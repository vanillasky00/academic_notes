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1" r:id="rId1"/>
  </p:sldMasterIdLst>
  <p:notesMasterIdLst>
    <p:notesMasterId r:id="rId53"/>
  </p:notesMasterIdLst>
  <p:sldIdLst>
    <p:sldId id="256" r:id="rId2"/>
    <p:sldId id="318" r:id="rId3"/>
    <p:sldId id="350" r:id="rId4"/>
    <p:sldId id="354" r:id="rId5"/>
    <p:sldId id="355" r:id="rId6"/>
    <p:sldId id="356" r:id="rId7"/>
    <p:sldId id="357" r:id="rId8"/>
    <p:sldId id="320" r:id="rId9"/>
    <p:sldId id="369" r:id="rId10"/>
    <p:sldId id="321" r:id="rId11"/>
    <p:sldId id="322" r:id="rId12"/>
    <p:sldId id="351" r:id="rId13"/>
    <p:sldId id="352" r:id="rId14"/>
    <p:sldId id="374" r:id="rId15"/>
    <p:sldId id="372" r:id="rId16"/>
    <p:sldId id="370" r:id="rId17"/>
    <p:sldId id="340" r:id="rId18"/>
    <p:sldId id="349" r:id="rId19"/>
    <p:sldId id="371" r:id="rId20"/>
    <p:sldId id="342" r:id="rId21"/>
    <p:sldId id="359" r:id="rId22"/>
    <p:sldId id="259" r:id="rId23"/>
    <p:sldId id="358" r:id="rId24"/>
    <p:sldId id="260" r:id="rId25"/>
    <p:sldId id="261" r:id="rId26"/>
    <p:sldId id="361" r:id="rId27"/>
    <p:sldId id="362" r:id="rId28"/>
    <p:sldId id="364" r:id="rId29"/>
    <p:sldId id="365" r:id="rId30"/>
    <p:sldId id="269" r:id="rId31"/>
    <p:sldId id="366" r:id="rId32"/>
    <p:sldId id="367" r:id="rId33"/>
    <p:sldId id="368" r:id="rId34"/>
    <p:sldId id="373" r:id="rId35"/>
    <p:sldId id="325" r:id="rId36"/>
    <p:sldId id="327" r:id="rId37"/>
    <p:sldId id="328" r:id="rId38"/>
    <p:sldId id="329" r:id="rId39"/>
    <p:sldId id="330" r:id="rId40"/>
    <p:sldId id="331" r:id="rId41"/>
    <p:sldId id="348" r:id="rId42"/>
    <p:sldId id="332" r:id="rId43"/>
    <p:sldId id="333" r:id="rId44"/>
    <p:sldId id="334" r:id="rId45"/>
    <p:sldId id="335" r:id="rId46"/>
    <p:sldId id="337" r:id="rId47"/>
    <p:sldId id="336" r:id="rId48"/>
    <p:sldId id="343" r:id="rId49"/>
    <p:sldId id="344" r:id="rId50"/>
    <p:sldId id="346" r:id="rId51"/>
    <p:sldId id="314" r:id="rId5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7663" autoAdjust="0"/>
  </p:normalViewPr>
  <p:slideViewPr>
    <p:cSldViewPr snapToGrid="0">
      <p:cViewPr varScale="1">
        <p:scale>
          <a:sx n="89" d="100"/>
          <a:sy n="89" d="100"/>
        </p:scale>
        <p:origin x="466" y="67"/>
      </p:cViewPr>
      <p:guideLst/>
    </p:cSldViewPr>
  </p:slideViewPr>
  <p:outlineViewPr>
    <p:cViewPr>
      <p:scale>
        <a:sx n="33" d="100"/>
        <a:sy n="33" d="100"/>
      </p:scale>
      <p:origin x="0" y="-3052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image" Target="../media/image35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962C70-7FDC-49E1-9899-8ADE3ECC52F3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FBA5DB0A-72B1-4C22-8B12-23573C18A042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S</a:t>
          </a:r>
          <a:endParaRPr lang="zh-TW" altLang="en-US" dirty="0">
            <a:solidFill>
              <a:schemeClr val="tx1"/>
            </a:solidFill>
          </a:endParaRPr>
        </a:p>
      </dgm:t>
    </dgm:pt>
    <dgm:pt modelId="{F4DE67BF-47CD-49E3-8CB0-47849AF86240}" type="parTrans" cxnId="{016230ED-E256-4903-91AF-37F139E13E71}">
      <dgm:prSet/>
      <dgm:spPr/>
      <dgm:t>
        <a:bodyPr/>
        <a:lstStyle/>
        <a:p>
          <a:endParaRPr lang="zh-TW" altLang="en-US"/>
        </a:p>
      </dgm:t>
    </dgm:pt>
    <dgm:pt modelId="{68BB6851-C0E7-48AC-A26C-61ADD3A28F15}" type="sibTrans" cxnId="{016230ED-E256-4903-91AF-37F139E13E71}">
      <dgm:prSet/>
      <dgm:spPr/>
      <dgm:t>
        <a:bodyPr/>
        <a:lstStyle/>
        <a:p>
          <a:endParaRPr lang="zh-TW" altLang="en-US"/>
        </a:p>
      </dgm:t>
    </dgm:pt>
    <dgm:pt modelId="{F95F2ECF-7DCC-4862-B92B-D47BE2327903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(</a:t>
          </a:r>
          <a:endParaRPr lang="zh-TW" altLang="en-US" dirty="0">
            <a:solidFill>
              <a:schemeClr val="tx1"/>
            </a:solidFill>
          </a:endParaRPr>
        </a:p>
      </dgm:t>
    </dgm:pt>
    <dgm:pt modelId="{DF948A40-6A3F-4D96-AABD-1F032481E58C}" type="parTrans" cxnId="{B810D27F-2CD3-4853-90F1-DA5D3DE710B4}">
      <dgm:prSet/>
      <dgm:spPr/>
      <dgm:t>
        <a:bodyPr/>
        <a:lstStyle/>
        <a:p>
          <a:endParaRPr lang="zh-TW" altLang="en-US"/>
        </a:p>
      </dgm:t>
    </dgm:pt>
    <dgm:pt modelId="{F97F88E7-0524-408B-BC65-71EA4D344411}" type="sibTrans" cxnId="{B810D27F-2CD3-4853-90F1-DA5D3DE710B4}">
      <dgm:prSet/>
      <dgm:spPr/>
      <dgm:t>
        <a:bodyPr/>
        <a:lstStyle/>
        <a:p>
          <a:endParaRPr lang="zh-TW" altLang="en-US"/>
        </a:p>
      </dgm:t>
    </dgm:pt>
    <dgm:pt modelId="{1A354EDC-A2BC-4306-BC22-2AEE3F15052E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S</a:t>
          </a:r>
          <a:endParaRPr lang="zh-TW" altLang="en-US" dirty="0">
            <a:solidFill>
              <a:schemeClr val="tx1"/>
            </a:solidFill>
          </a:endParaRPr>
        </a:p>
      </dgm:t>
    </dgm:pt>
    <dgm:pt modelId="{8F1C7E1C-5D04-4461-9D52-129C22AB1B68}" type="parTrans" cxnId="{8A59BB01-D2B9-41EC-B4EE-701C4916557E}">
      <dgm:prSet/>
      <dgm:spPr/>
      <dgm:t>
        <a:bodyPr/>
        <a:lstStyle/>
        <a:p>
          <a:endParaRPr lang="zh-TW" altLang="en-US"/>
        </a:p>
      </dgm:t>
    </dgm:pt>
    <dgm:pt modelId="{8848E5BA-93ED-414B-8BC8-4E5130FBA57E}" type="sibTrans" cxnId="{8A59BB01-D2B9-41EC-B4EE-701C4916557E}">
      <dgm:prSet/>
      <dgm:spPr/>
      <dgm:t>
        <a:bodyPr/>
        <a:lstStyle/>
        <a:p>
          <a:endParaRPr lang="zh-TW" altLang="en-US"/>
        </a:p>
      </dgm:t>
    </dgm:pt>
    <dgm:pt modelId="{A8BF5CD4-42EA-4B32-BDAC-A2B2B7589AEF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)</a:t>
          </a:r>
          <a:endParaRPr lang="zh-TW" altLang="en-US" dirty="0">
            <a:solidFill>
              <a:schemeClr val="tx1"/>
            </a:solidFill>
          </a:endParaRPr>
        </a:p>
      </dgm:t>
    </dgm:pt>
    <dgm:pt modelId="{44BA38B1-47CA-466B-844C-5B61A9825515}" type="parTrans" cxnId="{BB24E80A-2D3D-4183-88E4-556ECC17FEB8}">
      <dgm:prSet/>
      <dgm:spPr/>
      <dgm:t>
        <a:bodyPr/>
        <a:lstStyle/>
        <a:p>
          <a:endParaRPr lang="zh-TW" altLang="en-US"/>
        </a:p>
      </dgm:t>
    </dgm:pt>
    <dgm:pt modelId="{FAD5F62D-FE3A-4D1C-9A9E-2D2CBF6A8820}" type="sibTrans" cxnId="{BB24E80A-2D3D-4183-88E4-556ECC17FEB8}">
      <dgm:prSet/>
      <dgm:spPr/>
      <dgm:t>
        <a:bodyPr/>
        <a:lstStyle/>
        <a:p>
          <a:endParaRPr lang="zh-TW" altLang="en-US"/>
        </a:p>
      </dgm:t>
    </dgm:pt>
    <dgm:pt modelId="{0F42FCA0-AF2E-433E-9B8C-95D51FA4917D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S</a:t>
          </a:r>
          <a:endParaRPr lang="zh-TW" altLang="en-US" dirty="0">
            <a:solidFill>
              <a:schemeClr val="tx1"/>
            </a:solidFill>
          </a:endParaRPr>
        </a:p>
      </dgm:t>
    </dgm:pt>
    <dgm:pt modelId="{36461394-0D5B-4689-AC4D-C1A31116C223}" type="parTrans" cxnId="{219E3FDB-4FBF-4F78-BADF-2F0E30D42293}">
      <dgm:prSet/>
      <dgm:spPr/>
      <dgm:t>
        <a:bodyPr/>
        <a:lstStyle/>
        <a:p>
          <a:endParaRPr lang="zh-TW" altLang="en-US"/>
        </a:p>
      </dgm:t>
    </dgm:pt>
    <dgm:pt modelId="{EAA1D4D5-700C-4182-B6EF-FD201E807D7F}" type="sibTrans" cxnId="{219E3FDB-4FBF-4F78-BADF-2F0E30D42293}">
      <dgm:prSet/>
      <dgm:spPr/>
      <dgm:t>
        <a:bodyPr/>
        <a:lstStyle/>
        <a:p>
          <a:endParaRPr lang="zh-TW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22D7F67A-C2D4-47C0-929C-9863A252CAAC}">
          <dgm:prSet phldrT="[文字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zh-TW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m:oMathPara>
              </a14:m>
              <a:endParaRPr lang="zh-TW" altLang="en-US" dirty="0">
                <a:solidFill>
                  <a:schemeClr val="tx1"/>
                </a:solidFill>
              </a:endParaRPr>
            </a:p>
          </dgm:t>
        </dgm:pt>
      </mc:Choice>
      <mc:Fallback xmlns="">
        <dgm:pt modelId="{22D7F67A-C2D4-47C0-929C-9863A252CAAC}">
          <dgm:prSet phldrT="[文字]"/>
          <dgm:spPr/>
          <dgm:t>
            <a:bodyPr/>
            <a:lstStyle/>
            <a:p>
              <a:r>
                <a:rPr lang="zh-TW" altLang="en-US" i="0">
                  <a:solidFill>
                    <a:schemeClr val="tx1"/>
                  </a:solidFill>
                  <a:latin typeface="Cambria Math" panose="02040503050406030204" pitchFamily="18" charset="0"/>
                </a:rPr>
                <a:t>𝜆</a:t>
              </a:r>
              <a:endParaRPr lang="zh-TW" altLang="en-US" dirty="0">
                <a:solidFill>
                  <a:schemeClr val="tx1"/>
                </a:solidFill>
              </a:endParaRPr>
            </a:p>
          </dgm:t>
        </dgm:pt>
      </mc:Fallback>
    </mc:AlternateContent>
    <dgm:pt modelId="{6EA6ED55-0E85-4D48-9932-7190F0C047BD}" type="parTrans" cxnId="{C36E28B0-A9C5-4508-A837-E4E7AA032E5F}">
      <dgm:prSet/>
      <dgm:spPr/>
      <dgm:t>
        <a:bodyPr/>
        <a:lstStyle/>
        <a:p>
          <a:endParaRPr lang="zh-TW" altLang="en-US"/>
        </a:p>
      </dgm:t>
    </dgm:pt>
    <dgm:pt modelId="{5FF8B8C3-6E16-49DA-A684-4D9B77F67FFF}" type="sibTrans" cxnId="{C36E28B0-A9C5-4508-A837-E4E7AA032E5F}">
      <dgm:prSet/>
      <dgm:spPr/>
      <dgm:t>
        <a:bodyPr/>
        <a:lstStyle/>
        <a:p>
          <a:endParaRPr lang="zh-TW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653455EF-1A01-4120-B6B1-8E428A5AE0A6}">
          <dgm:prSet phldrT="[文字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zh-TW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m:oMathPara>
              </a14:m>
              <a:endParaRPr lang="zh-TW" altLang="en-US" dirty="0">
                <a:solidFill>
                  <a:schemeClr val="tx1"/>
                </a:solidFill>
              </a:endParaRPr>
            </a:p>
          </dgm:t>
        </dgm:pt>
      </mc:Choice>
      <mc:Fallback xmlns="">
        <dgm:pt modelId="{653455EF-1A01-4120-B6B1-8E428A5AE0A6}">
          <dgm:prSet phldrT="[文字]"/>
          <dgm:spPr/>
          <dgm:t>
            <a:bodyPr/>
            <a:lstStyle/>
            <a:p>
              <a:r>
                <a:rPr lang="zh-TW" altLang="en-US" i="0">
                  <a:solidFill>
                    <a:schemeClr val="tx1"/>
                  </a:solidFill>
                  <a:latin typeface="Cambria Math" panose="02040503050406030204" pitchFamily="18" charset="0"/>
                </a:rPr>
                <a:t>𝜆</a:t>
              </a:r>
              <a:endParaRPr lang="zh-TW" altLang="en-US" dirty="0">
                <a:solidFill>
                  <a:schemeClr val="tx1"/>
                </a:solidFill>
              </a:endParaRPr>
            </a:p>
          </dgm:t>
        </dgm:pt>
      </mc:Fallback>
    </mc:AlternateContent>
    <dgm:pt modelId="{1B39B32D-16BF-4A4E-9540-0F46DD3D9DCB}" type="parTrans" cxnId="{C3283EAF-0831-4E17-857F-040C7610843D}">
      <dgm:prSet/>
      <dgm:spPr/>
      <dgm:t>
        <a:bodyPr/>
        <a:lstStyle/>
        <a:p>
          <a:endParaRPr lang="zh-TW" altLang="en-US"/>
        </a:p>
      </dgm:t>
    </dgm:pt>
    <dgm:pt modelId="{01EBFD29-E35D-456C-9A54-2E6BC8F541AB}" type="sibTrans" cxnId="{C3283EAF-0831-4E17-857F-040C7610843D}">
      <dgm:prSet/>
      <dgm:spPr/>
      <dgm:t>
        <a:bodyPr/>
        <a:lstStyle/>
        <a:p>
          <a:endParaRPr lang="zh-TW" altLang="en-US"/>
        </a:p>
      </dgm:t>
    </dgm:pt>
    <dgm:pt modelId="{BC2317D5-7944-4807-81CE-79063B4393AF}" type="pres">
      <dgm:prSet presAssocID="{D7962C70-7FDC-49E1-9899-8ADE3ECC52F3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FB440DC-C5D7-4422-AD2B-92A27A7489B7}" type="pres">
      <dgm:prSet presAssocID="{D7962C70-7FDC-49E1-9899-8ADE3ECC52F3}" presName="hierFlow" presStyleCnt="0"/>
      <dgm:spPr/>
    </dgm:pt>
    <dgm:pt modelId="{D917D5FA-BC46-408B-91D6-4116754E2434}" type="pres">
      <dgm:prSet presAssocID="{D7962C70-7FDC-49E1-9899-8ADE3ECC52F3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189C7E6A-9DC7-4241-BFD8-D9AEAF5B004A}" type="pres">
      <dgm:prSet presAssocID="{FBA5DB0A-72B1-4C22-8B12-23573C18A042}" presName="Name14" presStyleCnt="0"/>
      <dgm:spPr/>
    </dgm:pt>
    <dgm:pt modelId="{8F52574E-7665-4C0C-A44A-D23C8A7D98E0}" type="pres">
      <dgm:prSet presAssocID="{FBA5DB0A-72B1-4C22-8B12-23573C18A042}" presName="level1Shape" presStyleLbl="node0" presStyleIdx="0" presStyleCnt="1">
        <dgm:presLayoutVars>
          <dgm:chPref val="3"/>
        </dgm:presLayoutVars>
      </dgm:prSet>
      <dgm:spPr/>
    </dgm:pt>
    <dgm:pt modelId="{D6739993-845B-4EAC-A485-9E0E747B02CD}" type="pres">
      <dgm:prSet presAssocID="{FBA5DB0A-72B1-4C22-8B12-23573C18A042}" presName="hierChild2" presStyleCnt="0"/>
      <dgm:spPr/>
    </dgm:pt>
    <dgm:pt modelId="{F299474D-526A-415C-811F-C1DAD47A377C}" type="pres">
      <dgm:prSet presAssocID="{DF948A40-6A3F-4D96-AABD-1F032481E58C}" presName="Name19" presStyleLbl="parChTrans1D2" presStyleIdx="0" presStyleCnt="4"/>
      <dgm:spPr/>
    </dgm:pt>
    <dgm:pt modelId="{D4DCF68E-B42D-466B-A0F2-E5249A82C85F}" type="pres">
      <dgm:prSet presAssocID="{F95F2ECF-7DCC-4862-B92B-D47BE2327903}" presName="Name21" presStyleCnt="0"/>
      <dgm:spPr/>
    </dgm:pt>
    <dgm:pt modelId="{7ECDAE6E-BAC5-4C99-A4AB-FFFA88CEEB46}" type="pres">
      <dgm:prSet presAssocID="{F95F2ECF-7DCC-4862-B92B-D47BE2327903}" presName="level2Shape" presStyleLbl="node2" presStyleIdx="0" presStyleCnt="4"/>
      <dgm:spPr/>
    </dgm:pt>
    <dgm:pt modelId="{8D9671AC-836D-492E-9363-0F6FE96B07DB}" type="pres">
      <dgm:prSet presAssocID="{F95F2ECF-7DCC-4862-B92B-D47BE2327903}" presName="hierChild3" presStyleCnt="0"/>
      <dgm:spPr/>
    </dgm:pt>
    <dgm:pt modelId="{C46459D9-0177-4A44-B26F-6A568ADEAD3B}" type="pres">
      <dgm:prSet presAssocID="{8F1C7E1C-5D04-4461-9D52-129C22AB1B68}" presName="Name19" presStyleLbl="parChTrans1D2" presStyleIdx="1" presStyleCnt="4"/>
      <dgm:spPr/>
    </dgm:pt>
    <dgm:pt modelId="{E1644E79-D742-4D81-867C-AC4F5F4FCF70}" type="pres">
      <dgm:prSet presAssocID="{1A354EDC-A2BC-4306-BC22-2AEE3F15052E}" presName="Name21" presStyleCnt="0"/>
      <dgm:spPr/>
    </dgm:pt>
    <dgm:pt modelId="{F0463CB8-2A31-4A0D-A85B-8A72C77EAB7F}" type="pres">
      <dgm:prSet presAssocID="{1A354EDC-A2BC-4306-BC22-2AEE3F15052E}" presName="level2Shape" presStyleLbl="node2" presStyleIdx="1" presStyleCnt="4"/>
      <dgm:spPr/>
    </dgm:pt>
    <dgm:pt modelId="{9D636BFC-B505-4B90-8118-13AF0C651995}" type="pres">
      <dgm:prSet presAssocID="{1A354EDC-A2BC-4306-BC22-2AEE3F15052E}" presName="hierChild3" presStyleCnt="0"/>
      <dgm:spPr/>
    </dgm:pt>
    <dgm:pt modelId="{E5D49227-AB5A-40FD-9B02-7F6CA400760C}" type="pres">
      <dgm:prSet presAssocID="{6EA6ED55-0E85-4D48-9932-7190F0C047BD}" presName="Name19" presStyleLbl="parChTrans1D3" presStyleIdx="0" presStyleCnt="2"/>
      <dgm:spPr/>
    </dgm:pt>
    <dgm:pt modelId="{7A7AE9CB-F1E5-4B86-9E19-7DAC929F6BAB}" type="pres">
      <dgm:prSet presAssocID="{22D7F67A-C2D4-47C0-929C-9863A252CAAC}" presName="Name21" presStyleCnt="0"/>
      <dgm:spPr/>
    </dgm:pt>
    <dgm:pt modelId="{137A55F6-E99A-4071-9936-916272D14AE8}" type="pres">
      <dgm:prSet presAssocID="{22D7F67A-C2D4-47C0-929C-9863A252CAAC}" presName="level2Shape" presStyleLbl="node3" presStyleIdx="0" presStyleCnt="2"/>
      <dgm:spPr/>
    </dgm:pt>
    <dgm:pt modelId="{ED9CE52D-9D53-47C1-8FF9-6761E9C8B547}" type="pres">
      <dgm:prSet presAssocID="{22D7F67A-C2D4-47C0-929C-9863A252CAAC}" presName="hierChild3" presStyleCnt="0"/>
      <dgm:spPr/>
    </dgm:pt>
    <dgm:pt modelId="{563192A5-FFC3-4587-8275-413B847CCC61}" type="pres">
      <dgm:prSet presAssocID="{44BA38B1-47CA-466B-844C-5B61A9825515}" presName="Name19" presStyleLbl="parChTrans1D2" presStyleIdx="2" presStyleCnt="4"/>
      <dgm:spPr/>
    </dgm:pt>
    <dgm:pt modelId="{2BA6E17E-8AD1-4F7F-8ABA-BD55FF027921}" type="pres">
      <dgm:prSet presAssocID="{A8BF5CD4-42EA-4B32-BDAC-A2B2B7589AEF}" presName="Name21" presStyleCnt="0"/>
      <dgm:spPr/>
    </dgm:pt>
    <dgm:pt modelId="{F25C54F3-90A6-4325-9FBA-6A87C98A4979}" type="pres">
      <dgm:prSet presAssocID="{A8BF5CD4-42EA-4B32-BDAC-A2B2B7589AEF}" presName="level2Shape" presStyleLbl="node2" presStyleIdx="2" presStyleCnt="4"/>
      <dgm:spPr/>
    </dgm:pt>
    <dgm:pt modelId="{1203B91B-89E6-45EB-85CD-F761659382D6}" type="pres">
      <dgm:prSet presAssocID="{A8BF5CD4-42EA-4B32-BDAC-A2B2B7589AEF}" presName="hierChild3" presStyleCnt="0"/>
      <dgm:spPr/>
    </dgm:pt>
    <dgm:pt modelId="{3F3A2D6A-5D45-435F-8A54-FEB6A2E74A13}" type="pres">
      <dgm:prSet presAssocID="{36461394-0D5B-4689-AC4D-C1A31116C223}" presName="Name19" presStyleLbl="parChTrans1D2" presStyleIdx="3" presStyleCnt="4"/>
      <dgm:spPr/>
    </dgm:pt>
    <dgm:pt modelId="{D1CC2BF5-BF18-4422-9B76-B470A404C500}" type="pres">
      <dgm:prSet presAssocID="{0F42FCA0-AF2E-433E-9B8C-95D51FA4917D}" presName="Name21" presStyleCnt="0"/>
      <dgm:spPr/>
    </dgm:pt>
    <dgm:pt modelId="{803E8474-4468-4F71-BD9B-6EE4B76C5EB6}" type="pres">
      <dgm:prSet presAssocID="{0F42FCA0-AF2E-433E-9B8C-95D51FA4917D}" presName="level2Shape" presStyleLbl="node2" presStyleIdx="3" presStyleCnt="4"/>
      <dgm:spPr/>
    </dgm:pt>
    <dgm:pt modelId="{5A596E34-D204-47F6-90EC-5E546F80BB07}" type="pres">
      <dgm:prSet presAssocID="{0F42FCA0-AF2E-433E-9B8C-95D51FA4917D}" presName="hierChild3" presStyleCnt="0"/>
      <dgm:spPr/>
    </dgm:pt>
    <dgm:pt modelId="{9E1CBAB8-1310-49E1-9FDD-8062316CAA8A}" type="pres">
      <dgm:prSet presAssocID="{1B39B32D-16BF-4A4E-9540-0F46DD3D9DCB}" presName="Name19" presStyleLbl="parChTrans1D3" presStyleIdx="1" presStyleCnt="2"/>
      <dgm:spPr/>
    </dgm:pt>
    <dgm:pt modelId="{886CEB76-C6AC-45E5-8A21-1D9F0967864B}" type="pres">
      <dgm:prSet presAssocID="{653455EF-1A01-4120-B6B1-8E428A5AE0A6}" presName="Name21" presStyleCnt="0"/>
      <dgm:spPr/>
    </dgm:pt>
    <dgm:pt modelId="{BA4FB923-1D33-4A1C-B984-67B01E5E218E}" type="pres">
      <dgm:prSet presAssocID="{653455EF-1A01-4120-B6B1-8E428A5AE0A6}" presName="level2Shape" presStyleLbl="node3" presStyleIdx="1" presStyleCnt="2"/>
      <dgm:spPr/>
    </dgm:pt>
    <dgm:pt modelId="{4A9752D8-930E-4B50-8C72-713DE4170FE7}" type="pres">
      <dgm:prSet presAssocID="{653455EF-1A01-4120-B6B1-8E428A5AE0A6}" presName="hierChild3" presStyleCnt="0"/>
      <dgm:spPr/>
    </dgm:pt>
    <dgm:pt modelId="{8BEB8949-0CF8-4E99-8916-8EA8B305785C}" type="pres">
      <dgm:prSet presAssocID="{D7962C70-7FDC-49E1-9899-8ADE3ECC52F3}" presName="bgShapesFlow" presStyleCnt="0"/>
      <dgm:spPr/>
    </dgm:pt>
  </dgm:ptLst>
  <dgm:cxnLst>
    <dgm:cxn modelId="{40FFF200-5A17-49F5-B44B-B3CC8406C462}" type="presOf" srcId="{0F42FCA0-AF2E-433E-9B8C-95D51FA4917D}" destId="{803E8474-4468-4F71-BD9B-6EE4B76C5EB6}" srcOrd="0" destOrd="0" presId="urn:microsoft.com/office/officeart/2005/8/layout/hierarchy6"/>
    <dgm:cxn modelId="{8A59BB01-D2B9-41EC-B4EE-701C4916557E}" srcId="{FBA5DB0A-72B1-4C22-8B12-23573C18A042}" destId="{1A354EDC-A2BC-4306-BC22-2AEE3F15052E}" srcOrd="1" destOrd="0" parTransId="{8F1C7E1C-5D04-4461-9D52-129C22AB1B68}" sibTransId="{8848E5BA-93ED-414B-8BC8-4E5130FBA57E}"/>
    <dgm:cxn modelId="{6DACCE03-62C6-4AC1-BE65-0A49DBB6D84E}" type="presOf" srcId="{22D7F67A-C2D4-47C0-929C-9863A252CAAC}" destId="{137A55F6-E99A-4071-9936-916272D14AE8}" srcOrd="0" destOrd="0" presId="urn:microsoft.com/office/officeart/2005/8/layout/hierarchy6"/>
    <dgm:cxn modelId="{BB24E80A-2D3D-4183-88E4-556ECC17FEB8}" srcId="{FBA5DB0A-72B1-4C22-8B12-23573C18A042}" destId="{A8BF5CD4-42EA-4B32-BDAC-A2B2B7589AEF}" srcOrd="2" destOrd="0" parTransId="{44BA38B1-47CA-466B-844C-5B61A9825515}" sibTransId="{FAD5F62D-FE3A-4D1C-9A9E-2D2CBF6A8820}"/>
    <dgm:cxn modelId="{393FF00F-171F-4348-BCE3-D90F6B83E514}" type="presOf" srcId="{A8BF5CD4-42EA-4B32-BDAC-A2B2B7589AEF}" destId="{F25C54F3-90A6-4325-9FBA-6A87C98A4979}" srcOrd="0" destOrd="0" presId="urn:microsoft.com/office/officeart/2005/8/layout/hierarchy6"/>
    <dgm:cxn modelId="{E4F6963B-7124-4A9F-801E-3222E475AF42}" type="presOf" srcId="{DF948A40-6A3F-4D96-AABD-1F032481E58C}" destId="{F299474D-526A-415C-811F-C1DAD47A377C}" srcOrd="0" destOrd="0" presId="urn:microsoft.com/office/officeart/2005/8/layout/hierarchy6"/>
    <dgm:cxn modelId="{EF664245-1427-4A68-928B-CA4E94F5FFBF}" type="presOf" srcId="{8F1C7E1C-5D04-4461-9D52-129C22AB1B68}" destId="{C46459D9-0177-4A44-B26F-6A568ADEAD3B}" srcOrd="0" destOrd="0" presId="urn:microsoft.com/office/officeart/2005/8/layout/hierarchy6"/>
    <dgm:cxn modelId="{7B670075-BD7D-4431-97A5-53084AEAD837}" type="presOf" srcId="{1A354EDC-A2BC-4306-BC22-2AEE3F15052E}" destId="{F0463CB8-2A31-4A0D-A85B-8A72C77EAB7F}" srcOrd="0" destOrd="0" presId="urn:microsoft.com/office/officeart/2005/8/layout/hierarchy6"/>
    <dgm:cxn modelId="{6B2F2379-8FFA-4378-A147-9C9EF09AA2D4}" type="presOf" srcId="{6EA6ED55-0E85-4D48-9932-7190F0C047BD}" destId="{E5D49227-AB5A-40FD-9B02-7F6CA400760C}" srcOrd="0" destOrd="0" presId="urn:microsoft.com/office/officeart/2005/8/layout/hierarchy6"/>
    <dgm:cxn modelId="{B810D27F-2CD3-4853-90F1-DA5D3DE710B4}" srcId="{FBA5DB0A-72B1-4C22-8B12-23573C18A042}" destId="{F95F2ECF-7DCC-4862-B92B-D47BE2327903}" srcOrd="0" destOrd="0" parTransId="{DF948A40-6A3F-4D96-AABD-1F032481E58C}" sibTransId="{F97F88E7-0524-408B-BC65-71EA4D344411}"/>
    <dgm:cxn modelId="{0D856EA2-71DE-4AEF-AA1C-094CFB9E9BE6}" type="presOf" srcId="{F95F2ECF-7DCC-4862-B92B-D47BE2327903}" destId="{7ECDAE6E-BAC5-4C99-A4AB-FFFA88CEEB46}" srcOrd="0" destOrd="0" presId="urn:microsoft.com/office/officeart/2005/8/layout/hierarchy6"/>
    <dgm:cxn modelId="{C3283EAF-0831-4E17-857F-040C7610843D}" srcId="{0F42FCA0-AF2E-433E-9B8C-95D51FA4917D}" destId="{653455EF-1A01-4120-B6B1-8E428A5AE0A6}" srcOrd="0" destOrd="0" parTransId="{1B39B32D-16BF-4A4E-9540-0F46DD3D9DCB}" sibTransId="{01EBFD29-E35D-456C-9A54-2E6BC8F541AB}"/>
    <dgm:cxn modelId="{C36E28B0-A9C5-4508-A837-E4E7AA032E5F}" srcId="{1A354EDC-A2BC-4306-BC22-2AEE3F15052E}" destId="{22D7F67A-C2D4-47C0-929C-9863A252CAAC}" srcOrd="0" destOrd="0" parTransId="{6EA6ED55-0E85-4D48-9932-7190F0C047BD}" sibTransId="{5FF8B8C3-6E16-49DA-A684-4D9B77F67FFF}"/>
    <dgm:cxn modelId="{BBEB72C5-2D81-4A1F-B110-78A200D3216A}" type="presOf" srcId="{D7962C70-7FDC-49E1-9899-8ADE3ECC52F3}" destId="{BC2317D5-7944-4807-81CE-79063B4393AF}" srcOrd="0" destOrd="0" presId="urn:microsoft.com/office/officeart/2005/8/layout/hierarchy6"/>
    <dgm:cxn modelId="{9EAAA0CB-01E7-4E68-8885-6B4C6A29242E}" type="presOf" srcId="{653455EF-1A01-4120-B6B1-8E428A5AE0A6}" destId="{BA4FB923-1D33-4A1C-B984-67B01E5E218E}" srcOrd="0" destOrd="0" presId="urn:microsoft.com/office/officeart/2005/8/layout/hierarchy6"/>
    <dgm:cxn modelId="{C26CB8CD-B513-46B7-A310-A29DF3F2B3C0}" type="presOf" srcId="{FBA5DB0A-72B1-4C22-8B12-23573C18A042}" destId="{8F52574E-7665-4C0C-A44A-D23C8A7D98E0}" srcOrd="0" destOrd="0" presId="urn:microsoft.com/office/officeart/2005/8/layout/hierarchy6"/>
    <dgm:cxn modelId="{219E3FDB-4FBF-4F78-BADF-2F0E30D42293}" srcId="{FBA5DB0A-72B1-4C22-8B12-23573C18A042}" destId="{0F42FCA0-AF2E-433E-9B8C-95D51FA4917D}" srcOrd="3" destOrd="0" parTransId="{36461394-0D5B-4689-AC4D-C1A31116C223}" sibTransId="{EAA1D4D5-700C-4182-B6EF-FD201E807D7F}"/>
    <dgm:cxn modelId="{2AB01DDD-21C1-4B72-B814-FD69C13261FE}" type="presOf" srcId="{36461394-0D5B-4689-AC4D-C1A31116C223}" destId="{3F3A2D6A-5D45-435F-8A54-FEB6A2E74A13}" srcOrd="0" destOrd="0" presId="urn:microsoft.com/office/officeart/2005/8/layout/hierarchy6"/>
    <dgm:cxn modelId="{D91A9ADD-E56E-44EF-A0DA-3F0E7D665815}" type="presOf" srcId="{1B39B32D-16BF-4A4E-9540-0F46DD3D9DCB}" destId="{9E1CBAB8-1310-49E1-9FDD-8062316CAA8A}" srcOrd="0" destOrd="0" presId="urn:microsoft.com/office/officeart/2005/8/layout/hierarchy6"/>
    <dgm:cxn modelId="{016230ED-E256-4903-91AF-37F139E13E71}" srcId="{D7962C70-7FDC-49E1-9899-8ADE3ECC52F3}" destId="{FBA5DB0A-72B1-4C22-8B12-23573C18A042}" srcOrd="0" destOrd="0" parTransId="{F4DE67BF-47CD-49E3-8CB0-47849AF86240}" sibTransId="{68BB6851-C0E7-48AC-A26C-61ADD3A28F15}"/>
    <dgm:cxn modelId="{B919BEFB-48E3-461F-8180-062559A15A4E}" type="presOf" srcId="{44BA38B1-47CA-466B-844C-5B61A9825515}" destId="{563192A5-FFC3-4587-8275-413B847CCC61}" srcOrd="0" destOrd="0" presId="urn:microsoft.com/office/officeart/2005/8/layout/hierarchy6"/>
    <dgm:cxn modelId="{417ABF08-E558-422D-950F-F9491364F7C7}" type="presParOf" srcId="{BC2317D5-7944-4807-81CE-79063B4393AF}" destId="{6FB440DC-C5D7-4422-AD2B-92A27A7489B7}" srcOrd="0" destOrd="0" presId="urn:microsoft.com/office/officeart/2005/8/layout/hierarchy6"/>
    <dgm:cxn modelId="{8F54C9FB-A5C8-4766-B097-AC9D3DAF7D47}" type="presParOf" srcId="{6FB440DC-C5D7-4422-AD2B-92A27A7489B7}" destId="{D917D5FA-BC46-408B-91D6-4116754E2434}" srcOrd="0" destOrd="0" presId="urn:microsoft.com/office/officeart/2005/8/layout/hierarchy6"/>
    <dgm:cxn modelId="{A5ACCEBD-689E-4462-8D8F-804531C97A47}" type="presParOf" srcId="{D917D5FA-BC46-408B-91D6-4116754E2434}" destId="{189C7E6A-9DC7-4241-BFD8-D9AEAF5B004A}" srcOrd="0" destOrd="0" presId="urn:microsoft.com/office/officeart/2005/8/layout/hierarchy6"/>
    <dgm:cxn modelId="{85B24632-CB48-48EE-A69E-EC45BFCF3A75}" type="presParOf" srcId="{189C7E6A-9DC7-4241-BFD8-D9AEAF5B004A}" destId="{8F52574E-7665-4C0C-A44A-D23C8A7D98E0}" srcOrd="0" destOrd="0" presId="urn:microsoft.com/office/officeart/2005/8/layout/hierarchy6"/>
    <dgm:cxn modelId="{38F4B80C-A915-4633-8B33-00F15C9C0E44}" type="presParOf" srcId="{189C7E6A-9DC7-4241-BFD8-D9AEAF5B004A}" destId="{D6739993-845B-4EAC-A485-9E0E747B02CD}" srcOrd="1" destOrd="0" presId="urn:microsoft.com/office/officeart/2005/8/layout/hierarchy6"/>
    <dgm:cxn modelId="{6C654CD1-2860-4250-9089-E6AAFC989F12}" type="presParOf" srcId="{D6739993-845B-4EAC-A485-9E0E747B02CD}" destId="{F299474D-526A-415C-811F-C1DAD47A377C}" srcOrd="0" destOrd="0" presId="urn:microsoft.com/office/officeart/2005/8/layout/hierarchy6"/>
    <dgm:cxn modelId="{AAE9134E-99F9-42CD-AFED-39EB9F991C58}" type="presParOf" srcId="{D6739993-845B-4EAC-A485-9E0E747B02CD}" destId="{D4DCF68E-B42D-466B-A0F2-E5249A82C85F}" srcOrd="1" destOrd="0" presId="urn:microsoft.com/office/officeart/2005/8/layout/hierarchy6"/>
    <dgm:cxn modelId="{8EB64993-71AC-4EB2-B40C-23FE0B470546}" type="presParOf" srcId="{D4DCF68E-B42D-466B-A0F2-E5249A82C85F}" destId="{7ECDAE6E-BAC5-4C99-A4AB-FFFA88CEEB46}" srcOrd="0" destOrd="0" presId="urn:microsoft.com/office/officeart/2005/8/layout/hierarchy6"/>
    <dgm:cxn modelId="{BD12600F-4B6A-4887-A8FD-6EB053294EAF}" type="presParOf" srcId="{D4DCF68E-B42D-466B-A0F2-E5249A82C85F}" destId="{8D9671AC-836D-492E-9363-0F6FE96B07DB}" srcOrd="1" destOrd="0" presId="urn:microsoft.com/office/officeart/2005/8/layout/hierarchy6"/>
    <dgm:cxn modelId="{67B5B70D-6A6A-4A4C-B14C-ADA88D996604}" type="presParOf" srcId="{D6739993-845B-4EAC-A485-9E0E747B02CD}" destId="{C46459D9-0177-4A44-B26F-6A568ADEAD3B}" srcOrd="2" destOrd="0" presId="urn:microsoft.com/office/officeart/2005/8/layout/hierarchy6"/>
    <dgm:cxn modelId="{C9563B5B-16F8-42BC-886A-F87A01656E1A}" type="presParOf" srcId="{D6739993-845B-4EAC-A485-9E0E747B02CD}" destId="{E1644E79-D742-4D81-867C-AC4F5F4FCF70}" srcOrd="3" destOrd="0" presId="urn:microsoft.com/office/officeart/2005/8/layout/hierarchy6"/>
    <dgm:cxn modelId="{E4EF0A89-C9DC-471C-8B42-A4955A512A3A}" type="presParOf" srcId="{E1644E79-D742-4D81-867C-AC4F5F4FCF70}" destId="{F0463CB8-2A31-4A0D-A85B-8A72C77EAB7F}" srcOrd="0" destOrd="0" presId="urn:microsoft.com/office/officeart/2005/8/layout/hierarchy6"/>
    <dgm:cxn modelId="{B8988F5B-D57E-4683-ADC7-05E5D75E3FFB}" type="presParOf" srcId="{E1644E79-D742-4D81-867C-AC4F5F4FCF70}" destId="{9D636BFC-B505-4B90-8118-13AF0C651995}" srcOrd="1" destOrd="0" presId="urn:microsoft.com/office/officeart/2005/8/layout/hierarchy6"/>
    <dgm:cxn modelId="{BDD344F5-1FB7-415D-A810-CC1B965B6D7D}" type="presParOf" srcId="{9D636BFC-B505-4B90-8118-13AF0C651995}" destId="{E5D49227-AB5A-40FD-9B02-7F6CA400760C}" srcOrd="0" destOrd="0" presId="urn:microsoft.com/office/officeart/2005/8/layout/hierarchy6"/>
    <dgm:cxn modelId="{55EC1F48-F2C3-4AF4-8F1C-BC97A68797BA}" type="presParOf" srcId="{9D636BFC-B505-4B90-8118-13AF0C651995}" destId="{7A7AE9CB-F1E5-4B86-9E19-7DAC929F6BAB}" srcOrd="1" destOrd="0" presId="urn:microsoft.com/office/officeart/2005/8/layout/hierarchy6"/>
    <dgm:cxn modelId="{73F10EEE-D211-4599-8E54-4923FA4E9656}" type="presParOf" srcId="{7A7AE9CB-F1E5-4B86-9E19-7DAC929F6BAB}" destId="{137A55F6-E99A-4071-9936-916272D14AE8}" srcOrd="0" destOrd="0" presId="urn:microsoft.com/office/officeart/2005/8/layout/hierarchy6"/>
    <dgm:cxn modelId="{BF6206AB-5239-428B-A503-6BE6FCD57AD5}" type="presParOf" srcId="{7A7AE9CB-F1E5-4B86-9E19-7DAC929F6BAB}" destId="{ED9CE52D-9D53-47C1-8FF9-6761E9C8B547}" srcOrd="1" destOrd="0" presId="urn:microsoft.com/office/officeart/2005/8/layout/hierarchy6"/>
    <dgm:cxn modelId="{9A2ED619-E07F-4D74-A135-6720DCA88D06}" type="presParOf" srcId="{D6739993-845B-4EAC-A485-9E0E747B02CD}" destId="{563192A5-FFC3-4587-8275-413B847CCC61}" srcOrd="4" destOrd="0" presId="urn:microsoft.com/office/officeart/2005/8/layout/hierarchy6"/>
    <dgm:cxn modelId="{3443B843-31C9-43B7-A065-BC88CC7070B5}" type="presParOf" srcId="{D6739993-845B-4EAC-A485-9E0E747B02CD}" destId="{2BA6E17E-8AD1-4F7F-8ABA-BD55FF027921}" srcOrd="5" destOrd="0" presId="urn:microsoft.com/office/officeart/2005/8/layout/hierarchy6"/>
    <dgm:cxn modelId="{FB926C92-E675-42FA-8E35-62699B1D13A9}" type="presParOf" srcId="{2BA6E17E-8AD1-4F7F-8ABA-BD55FF027921}" destId="{F25C54F3-90A6-4325-9FBA-6A87C98A4979}" srcOrd="0" destOrd="0" presId="urn:microsoft.com/office/officeart/2005/8/layout/hierarchy6"/>
    <dgm:cxn modelId="{BB2A3BE0-883C-497B-B9D5-3578CA17D867}" type="presParOf" srcId="{2BA6E17E-8AD1-4F7F-8ABA-BD55FF027921}" destId="{1203B91B-89E6-45EB-85CD-F761659382D6}" srcOrd="1" destOrd="0" presId="urn:microsoft.com/office/officeart/2005/8/layout/hierarchy6"/>
    <dgm:cxn modelId="{857B38DE-9996-4F98-A338-F3D742C484F4}" type="presParOf" srcId="{D6739993-845B-4EAC-A485-9E0E747B02CD}" destId="{3F3A2D6A-5D45-435F-8A54-FEB6A2E74A13}" srcOrd="6" destOrd="0" presId="urn:microsoft.com/office/officeart/2005/8/layout/hierarchy6"/>
    <dgm:cxn modelId="{006EA722-3B21-4ACF-A1B5-2039E32B9534}" type="presParOf" srcId="{D6739993-845B-4EAC-A485-9E0E747B02CD}" destId="{D1CC2BF5-BF18-4422-9B76-B470A404C500}" srcOrd="7" destOrd="0" presId="urn:microsoft.com/office/officeart/2005/8/layout/hierarchy6"/>
    <dgm:cxn modelId="{C863183D-CE55-4647-B03F-A42B40DF23C7}" type="presParOf" srcId="{D1CC2BF5-BF18-4422-9B76-B470A404C500}" destId="{803E8474-4468-4F71-BD9B-6EE4B76C5EB6}" srcOrd="0" destOrd="0" presId="urn:microsoft.com/office/officeart/2005/8/layout/hierarchy6"/>
    <dgm:cxn modelId="{6746DCC4-8453-4474-B1BD-B8CF06E1380D}" type="presParOf" srcId="{D1CC2BF5-BF18-4422-9B76-B470A404C500}" destId="{5A596E34-D204-47F6-90EC-5E546F80BB07}" srcOrd="1" destOrd="0" presId="urn:microsoft.com/office/officeart/2005/8/layout/hierarchy6"/>
    <dgm:cxn modelId="{78B3ACEA-15E4-4FC0-9989-0E123E8A7BBA}" type="presParOf" srcId="{5A596E34-D204-47F6-90EC-5E546F80BB07}" destId="{9E1CBAB8-1310-49E1-9FDD-8062316CAA8A}" srcOrd="0" destOrd="0" presId="urn:microsoft.com/office/officeart/2005/8/layout/hierarchy6"/>
    <dgm:cxn modelId="{AA672742-4339-4E4D-9A30-DBE8217E02FB}" type="presParOf" srcId="{5A596E34-D204-47F6-90EC-5E546F80BB07}" destId="{886CEB76-C6AC-45E5-8A21-1D9F0967864B}" srcOrd="1" destOrd="0" presId="urn:microsoft.com/office/officeart/2005/8/layout/hierarchy6"/>
    <dgm:cxn modelId="{B0344D65-735E-43DF-A9B9-9766C909F3ED}" type="presParOf" srcId="{886CEB76-C6AC-45E5-8A21-1D9F0967864B}" destId="{BA4FB923-1D33-4A1C-B984-67B01E5E218E}" srcOrd="0" destOrd="0" presId="urn:microsoft.com/office/officeart/2005/8/layout/hierarchy6"/>
    <dgm:cxn modelId="{9E2F0A8E-AE9E-4713-82F5-6C1E6063A946}" type="presParOf" srcId="{886CEB76-C6AC-45E5-8A21-1D9F0967864B}" destId="{4A9752D8-930E-4B50-8C72-713DE4170FE7}" srcOrd="1" destOrd="0" presId="urn:microsoft.com/office/officeart/2005/8/layout/hierarchy6"/>
    <dgm:cxn modelId="{DA449315-391F-444A-B3C6-9CC75E4B6292}" type="presParOf" srcId="{BC2317D5-7944-4807-81CE-79063B4393AF}" destId="{8BEB8949-0CF8-4E99-8916-8EA8B305785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962C70-7FDC-49E1-9899-8ADE3ECC52F3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FBA5DB0A-72B1-4C22-8B12-23573C18A042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S</a:t>
          </a:r>
          <a:endParaRPr lang="zh-TW" altLang="en-US" dirty="0">
            <a:solidFill>
              <a:schemeClr val="tx1"/>
            </a:solidFill>
          </a:endParaRPr>
        </a:p>
      </dgm:t>
    </dgm:pt>
    <dgm:pt modelId="{F4DE67BF-47CD-49E3-8CB0-47849AF86240}" type="parTrans" cxnId="{016230ED-E256-4903-91AF-37F139E13E71}">
      <dgm:prSet/>
      <dgm:spPr/>
      <dgm:t>
        <a:bodyPr/>
        <a:lstStyle/>
        <a:p>
          <a:endParaRPr lang="zh-TW" altLang="en-US"/>
        </a:p>
      </dgm:t>
    </dgm:pt>
    <dgm:pt modelId="{68BB6851-C0E7-48AC-A26C-61ADD3A28F15}" type="sibTrans" cxnId="{016230ED-E256-4903-91AF-37F139E13E71}">
      <dgm:prSet/>
      <dgm:spPr/>
      <dgm:t>
        <a:bodyPr/>
        <a:lstStyle/>
        <a:p>
          <a:endParaRPr lang="zh-TW" altLang="en-US"/>
        </a:p>
      </dgm:t>
    </dgm:pt>
    <dgm:pt modelId="{F95F2ECF-7DCC-4862-B92B-D47BE2327903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(</a:t>
          </a:r>
          <a:endParaRPr lang="zh-TW" altLang="en-US" dirty="0">
            <a:solidFill>
              <a:schemeClr val="tx1"/>
            </a:solidFill>
          </a:endParaRPr>
        </a:p>
      </dgm:t>
    </dgm:pt>
    <dgm:pt modelId="{DF948A40-6A3F-4D96-AABD-1F032481E58C}" type="parTrans" cxnId="{B810D27F-2CD3-4853-90F1-DA5D3DE710B4}">
      <dgm:prSet/>
      <dgm:spPr/>
      <dgm:t>
        <a:bodyPr/>
        <a:lstStyle/>
        <a:p>
          <a:endParaRPr lang="zh-TW" altLang="en-US"/>
        </a:p>
      </dgm:t>
    </dgm:pt>
    <dgm:pt modelId="{F97F88E7-0524-408B-BC65-71EA4D344411}" type="sibTrans" cxnId="{B810D27F-2CD3-4853-90F1-DA5D3DE710B4}">
      <dgm:prSet/>
      <dgm:spPr/>
      <dgm:t>
        <a:bodyPr/>
        <a:lstStyle/>
        <a:p>
          <a:endParaRPr lang="zh-TW" altLang="en-US"/>
        </a:p>
      </dgm:t>
    </dgm:pt>
    <dgm:pt modelId="{1A354EDC-A2BC-4306-BC22-2AEE3F15052E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S</a:t>
          </a:r>
          <a:endParaRPr lang="zh-TW" altLang="en-US" dirty="0">
            <a:solidFill>
              <a:schemeClr val="tx1"/>
            </a:solidFill>
          </a:endParaRPr>
        </a:p>
      </dgm:t>
    </dgm:pt>
    <dgm:pt modelId="{8F1C7E1C-5D04-4461-9D52-129C22AB1B68}" type="parTrans" cxnId="{8A59BB01-D2B9-41EC-B4EE-701C4916557E}">
      <dgm:prSet/>
      <dgm:spPr/>
      <dgm:t>
        <a:bodyPr/>
        <a:lstStyle/>
        <a:p>
          <a:endParaRPr lang="zh-TW" altLang="en-US"/>
        </a:p>
      </dgm:t>
    </dgm:pt>
    <dgm:pt modelId="{8848E5BA-93ED-414B-8BC8-4E5130FBA57E}" type="sibTrans" cxnId="{8A59BB01-D2B9-41EC-B4EE-701C4916557E}">
      <dgm:prSet/>
      <dgm:spPr/>
      <dgm:t>
        <a:bodyPr/>
        <a:lstStyle/>
        <a:p>
          <a:endParaRPr lang="zh-TW" altLang="en-US"/>
        </a:p>
      </dgm:t>
    </dgm:pt>
    <dgm:pt modelId="{A8BF5CD4-42EA-4B32-BDAC-A2B2B7589AEF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)</a:t>
          </a:r>
          <a:endParaRPr lang="zh-TW" altLang="en-US" dirty="0">
            <a:solidFill>
              <a:schemeClr val="tx1"/>
            </a:solidFill>
          </a:endParaRPr>
        </a:p>
      </dgm:t>
    </dgm:pt>
    <dgm:pt modelId="{44BA38B1-47CA-466B-844C-5B61A9825515}" type="parTrans" cxnId="{BB24E80A-2D3D-4183-88E4-556ECC17FEB8}">
      <dgm:prSet/>
      <dgm:spPr/>
      <dgm:t>
        <a:bodyPr/>
        <a:lstStyle/>
        <a:p>
          <a:endParaRPr lang="zh-TW" altLang="en-US"/>
        </a:p>
      </dgm:t>
    </dgm:pt>
    <dgm:pt modelId="{FAD5F62D-FE3A-4D1C-9A9E-2D2CBF6A8820}" type="sibTrans" cxnId="{BB24E80A-2D3D-4183-88E4-556ECC17FEB8}">
      <dgm:prSet/>
      <dgm:spPr/>
      <dgm:t>
        <a:bodyPr/>
        <a:lstStyle/>
        <a:p>
          <a:endParaRPr lang="zh-TW" altLang="en-US"/>
        </a:p>
      </dgm:t>
    </dgm:pt>
    <dgm:pt modelId="{0F42FCA0-AF2E-433E-9B8C-95D51FA4917D}">
      <dgm:prSet phldrT="[文字]"/>
      <dgm:spPr/>
      <dgm:t>
        <a:bodyPr/>
        <a:lstStyle/>
        <a:p>
          <a:r>
            <a:rPr lang="en-US" altLang="zh-TW" dirty="0">
              <a:solidFill>
                <a:schemeClr val="tx1"/>
              </a:solidFill>
            </a:rPr>
            <a:t>S</a:t>
          </a:r>
          <a:endParaRPr lang="zh-TW" altLang="en-US" dirty="0">
            <a:solidFill>
              <a:schemeClr val="tx1"/>
            </a:solidFill>
          </a:endParaRPr>
        </a:p>
      </dgm:t>
    </dgm:pt>
    <dgm:pt modelId="{36461394-0D5B-4689-AC4D-C1A31116C223}" type="parTrans" cxnId="{219E3FDB-4FBF-4F78-BADF-2F0E30D42293}">
      <dgm:prSet/>
      <dgm:spPr/>
      <dgm:t>
        <a:bodyPr/>
        <a:lstStyle/>
        <a:p>
          <a:endParaRPr lang="zh-TW" altLang="en-US"/>
        </a:p>
      </dgm:t>
    </dgm:pt>
    <dgm:pt modelId="{EAA1D4D5-700C-4182-B6EF-FD201E807D7F}" type="sibTrans" cxnId="{219E3FDB-4FBF-4F78-BADF-2F0E30D42293}">
      <dgm:prSet/>
      <dgm:spPr/>
      <dgm:t>
        <a:bodyPr/>
        <a:lstStyle/>
        <a:p>
          <a:endParaRPr lang="zh-TW" altLang="en-US"/>
        </a:p>
      </dgm:t>
    </dgm:pt>
    <dgm:pt modelId="{22D7F67A-C2D4-47C0-929C-9863A252CAAC}">
      <dgm:prSet phldrT="[文字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zh-TW" altLang="en-US">
              <a:noFill/>
            </a:rPr>
            <a:t> </a:t>
          </a:r>
        </a:p>
      </dgm:t>
    </dgm:pt>
    <dgm:pt modelId="{6EA6ED55-0E85-4D48-9932-7190F0C047BD}" type="parTrans" cxnId="{C36E28B0-A9C5-4508-A837-E4E7AA032E5F}">
      <dgm:prSet/>
      <dgm:spPr/>
      <dgm:t>
        <a:bodyPr/>
        <a:lstStyle/>
        <a:p>
          <a:endParaRPr lang="zh-TW" altLang="en-US"/>
        </a:p>
      </dgm:t>
    </dgm:pt>
    <dgm:pt modelId="{5FF8B8C3-6E16-49DA-A684-4D9B77F67FFF}" type="sibTrans" cxnId="{C36E28B0-A9C5-4508-A837-E4E7AA032E5F}">
      <dgm:prSet/>
      <dgm:spPr/>
      <dgm:t>
        <a:bodyPr/>
        <a:lstStyle/>
        <a:p>
          <a:endParaRPr lang="zh-TW" altLang="en-US"/>
        </a:p>
      </dgm:t>
    </dgm:pt>
    <dgm:pt modelId="{653455EF-1A01-4120-B6B1-8E428A5AE0A6}">
      <dgm:prSet phldrT="[文字]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zh-TW" altLang="en-US">
              <a:noFill/>
            </a:rPr>
            <a:t> </a:t>
          </a:r>
        </a:p>
      </dgm:t>
    </dgm:pt>
    <dgm:pt modelId="{1B39B32D-16BF-4A4E-9540-0F46DD3D9DCB}" type="parTrans" cxnId="{C3283EAF-0831-4E17-857F-040C7610843D}">
      <dgm:prSet/>
      <dgm:spPr/>
      <dgm:t>
        <a:bodyPr/>
        <a:lstStyle/>
        <a:p>
          <a:endParaRPr lang="zh-TW" altLang="en-US"/>
        </a:p>
      </dgm:t>
    </dgm:pt>
    <dgm:pt modelId="{01EBFD29-E35D-456C-9A54-2E6BC8F541AB}" type="sibTrans" cxnId="{C3283EAF-0831-4E17-857F-040C7610843D}">
      <dgm:prSet/>
      <dgm:spPr/>
      <dgm:t>
        <a:bodyPr/>
        <a:lstStyle/>
        <a:p>
          <a:endParaRPr lang="zh-TW" altLang="en-US"/>
        </a:p>
      </dgm:t>
    </dgm:pt>
    <dgm:pt modelId="{BC2317D5-7944-4807-81CE-79063B4393AF}" type="pres">
      <dgm:prSet presAssocID="{D7962C70-7FDC-49E1-9899-8ADE3ECC52F3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FB440DC-C5D7-4422-AD2B-92A27A7489B7}" type="pres">
      <dgm:prSet presAssocID="{D7962C70-7FDC-49E1-9899-8ADE3ECC52F3}" presName="hierFlow" presStyleCnt="0"/>
      <dgm:spPr/>
    </dgm:pt>
    <dgm:pt modelId="{D917D5FA-BC46-408B-91D6-4116754E2434}" type="pres">
      <dgm:prSet presAssocID="{D7962C70-7FDC-49E1-9899-8ADE3ECC52F3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189C7E6A-9DC7-4241-BFD8-D9AEAF5B004A}" type="pres">
      <dgm:prSet presAssocID="{FBA5DB0A-72B1-4C22-8B12-23573C18A042}" presName="Name14" presStyleCnt="0"/>
      <dgm:spPr/>
    </dgm:pt>
    <dgm:pt modelId="{8F52574E-7665-4C0C-A44A-D23C8A7D98E0}" type="pres">
      <dgm:prSet presAssocID="{FBA5DB0A-72B1-4C22-8B12-23573C18A042}" presName="level1Shape" presStyleLbl="node0" presStyleIdx="0" presStyleCnt="1">
        <dgm:presLayoutVars>
          <dgm:chPref val="3"/>
        </dgm:presLayoutVars>
      </dgm:prSet>
      <dgm:spPr/>
    </dgm:pt>
    <dgm:pt modelId="{D6739993-845B-4EAC-A485-9E0E747B02CD}" type="pres">
      <dgm:prSet presAssocID="{FBA5DB0A-72B1-4C22-8B12-23573C18A042}" presName="hierChild2" presStyleCnt="0"/>
      <dgm:spPr/>
    </dgm:pt>
    <dgm:pt modelId="{F299474D-526A-415C-811F-C1DAD47A377C}" type="pres">
      <dgm:prSet presAssocID="{DF948A40-6A3F-4D96-AABD-1F032481E58C}" presName="Name19" presStyleLbl="parChTrans1D2" presStyleIdx="0" presStyleCnt="4"/>
      <dgm:spPr/>
    </dgm:pt>
    <dgm:pt modelId="{D4DCF68E-B42D-466B-A0F2-E5249A82C85F}" type="pres">
      <dgm:prSet presAssocID="{F95F2ECF-7DCC-4862-B92B-D47BE2327903}" presName="Name21" presStyleCnt="0"/>
      <dgm:spPr/>
    </dgm:pt>
    <dgm:pt modelId="{7ECDAE6E-BAC5-4C99-A4AB-FFFA88CEEB46}" type="pres">
      <dgm:prSet presAssocID="{F95F2ECF-7DCC-4862-B92B-D47BE2327903}" presName="level2Shape" presStyleLbl="node2" presStyleIdx="0" presStyleCnt="4"/>
      <dgm:spPr/>
    </dgm:pt>
    <dgm:pt modelId="{8D9671AC-836D-492E-9363-0F6FE96B07DB}" type="pres">
      <dgm:prSet presAssocID="{F95F2ECF-7DCC-4862-B92B-D47BE2327903}" presName="hierChild3" presStyleCnt="0"/>
      <dgm:spPr/>
    </dgm:pt>
    <dgm:pt modelId="{C46459D9-0177-4A44-B26F-6A568ADEAD3B}" type="pres">
      <dgm:prSet presAssocID="{8F1C7E1C-5D04-4461-9D52-129C22AB1B68}" presName="Name19" presStyleLbl="parChTrans1D2" presStyleIdx="1" presStyleCnt="4"/>
      <dgm:spPr/>
    </dgm:pt>
    <dgm:pt modelId="{E1644E79-D742-4D81-867C-AC4F5F4FCF70}" type="pres">
      <dgm:prSet presAssocID="{1A354EDC-A2BC-4306-BC22-2AEE3F15052E}" presName="Name21" presStyleCnt="0"/>
      <dgm:spPr/>
    </dgm:pt>
    <dgm:pt modelId="{F0463CB8-2A31-4A0D-A85B-8A72C77EAB7F}" type="pres">
      <dgm:prSet presAssocID="{1A354EDC-A2BC-4306-BC22-2AEE3F15052E}" presName="level2Shape" presStyleLbl="node2" presStyleIdx="1" presStyleCnt="4"/>
      <dgm:spPr/>
    </dgm:pt>
    <dgm:pt modelId="{9D636BFC-B505-4B90-8118-13AF0C651995}" type="pres">
      <dgm:prSet presAssocID="{1A354EDC-A2BC-4306-BC22-2AEE3F15052E}" presName="hierChild3" presStyleCnt="0"/>
      <dgm:spPr/>
    </dgm:pt>
    <dgm:pt modelId="{E5D49227-AB5A-40FD-9B02-7F6CA400760C}" type="pres">
      <dgm:prSet presAssocID="{6EA6ED55-0E85-4D48-9932-7190F0C047BD}" presName="Name19" presStyleLbl="parChTrans1D3" presStyleIdx="0" presStyleCnt="2"/>
      <dgm:spPr/>
    </dgm:pt>
    <dgm:pt modelId="{7A7AE9CB-F1E5-4B86-9E19-7DAC929F6BAB}" type="pres">
      <dgm:prSet presAssocID="{22D7F67A-C2D4-47C0-929C-9863A252CAAC}" presName="Name21" presStyleCnt="0"/>
      <dgm:spPr/>
    </dgm:pt>
    <dgm:pt modelId="{137A55F6-E99A-4071-9936-916272D14AE8}" type="pres">
      <dgm:prSet presAssocID="{22D7F67A-C2D4-47C0-929C-9863A252CAAC}" presName="level2Shape" presStyleLbl="node3" presStyleIdx="0" presStyleCnt="2"/>
      <dgm:spPr/>
    </dgm:pt>
    <dgm:pt modelId="{ED9CE52D-9D53-47C1-8FF9-6761E9C8B547}" type="pres">
      <dgm:prSet presAssocID="{22D7F67A-C2D4-47C0-929C-9863A252CAAC}" presName="hierChild3" presStyleCnt="0"/>
      <dgm:spPr/>
    </dgm:pt>
    <dgm:pt modelId="{563192A5-FFC3-4587-8275-413B847CCC61}" type="pres">
      <dgm:prSet presAssocID="{44BA38B1-47CA-466B-844C-5B61A9825515}" presName="Name19" presStyleLbl="parChTrans1D2" presStyleIdx="2" presStyleCnt="4"/>
      <dgm:spPr/>
    </dgm:pt>
    <dgm:pt modelId="{2BA6E17E-8AD1-4F7F-8ABA-BD55FF027921}" type="pres">
      <dgm:prSet presAssocID="{A8BF5CD4-42EA-4B32-BDAC-A2B2B7589AEF}" presName="Name21" presStyleCnt="0"/>
      <dgm:spPr/>
    </dgm:pt>
    <dgm:pt modelId="{F25C54F3-90A6-4325-9FBA-6A87C98A4979}" type="pres">
      <dgm:prSet presAssocID="{A8BF5CD4-42EA-4B32-BDAC-A2B2B7589AEF}" presName="level2Shape" presStyleLbl="node2" presStyleIdx="2" presStyleCnt="4"/>
      <dgm:spPr/>
    </dgm:pt>
    <dgm:pt modelId="{1203B91B-89E6-45EB-85CD-F761659382D6}" type="pres">
      <dgm:prSet presAssocID="{A8BF5CD4-42EA-4B32-BDAC-A2B2B7589AEF}" presName="hierChild3" presStyleCnt="0"/>
      <dgm:spPr/>
    </dgm:pt>
    <dgm:pt modelId="{3F3A2D6A-5D45-435F-8A54-FEB6A2E74A13}" type="pres">
      <dgm:prSet presAssocID="{36461394-0D5B-4689-AC4D-C1A31116C223}" presName="Name19" presStyleLbl="parChTrans1D2" presStyleIdx="3" presStyleCnt="4"/>
      <dgm:spPr/>
    </dgm:pt>
    <dgm:pt modelId="{D1CC2BF5-BF18-4422-9B76-B470A404C500}" type="pres">
      <dgm:prSet presAssocID="{0F42FCA0-AF2E-433E-9B8C-95D51FA4917D}" presName="Name21" presStyleCnt="0"/>
      <dgm:spPr/>
    </dgm:pt>
    <dgm:pt modelId="{803E8474-4468-4F71-BD9B-6EE4B76C5EB6}" type="pres">
      <dgm:prSet presAssocID="{0F42FCA0-AF2E-433E-9B8C-95D51FA4917D}" presName="level2Shape" presStyleLbl="node2" presStyleIdx="3" presStyleCnt="4"/>
      <dgm:spPr/>
    </dgm:pt>
    <dgm:pt modelId="{5A596E34-D204-47F6-90EC-5E546F80BB07}" type="pres">
      <dgm:prSet presAssocID="{0F42FCA0-AF2E-433E-9B8C-95D51FA4917D}" presName="hierChild3" presStyleCnt="0"/>
      <dgm:spPr/>
    </dgm:pt>
    <dgm:pt modelId="{9E1CBAB8-1310-49E1-9FDD-8062316CAA8A}" type="pres">
      <dgm:prSet presAssocID="{1B39B32D-16BF-4A4E-9540-0F46DD3D9DCB}" presName="Name19" presStyleLbl="parChTrans1D3" presStyleIdx="1" presStyleCnt="2"/>
      <dgm:spPr/>
    </dgm:pt>
    <dgm:pt modelId="{886CEB76-C6AC-45E5-8A21-1D9F0967864B}" type="pres">
      <dgm:prSet presAssocID="{653455EF-1A01-4120-B6B1-8E428A5AE0A6}" presName="Name21" presStyleCnt="0"/>
      <dgm:spPr/>
    </dgm:pt>
    <dgm:pt modelId="{BA4FB923-1D33-4A1C-B984-67B01E5E218E}" type="pres">
      <dgm:prSet presAssocID="{653455EF-1A01-4120-B6B1-8E428A5AE0A6}" presName="level2Shape" presStyleLbl="node3" presStyleIdx="1" presStyleCnt="2"/>
      <dgm:spPr/>
    </dgm:pt>
    <dgm:pt modelId="{4A9752D8-930E-4B50-8C72-713DE4170FE7}" type="pres">
      <dgm:prSet presAssocID="{653455EF-1A01-4120-B6B1-8E428A5AE0A6}" presName="hierChild3" presStyleCnt="0"/>
      <dgm:spPr/>
    </dgm:pt>
    <dgm:pt modelId="{8BEB8949-0CF8-4E99-8916-8EA8B305785C}" type="pres">
      <dgm:prSet presAssocID="{D7962C70-7FDC-49E1-9899-8ADE3ECC52F3}" presName="bgShapesFlow" presStyleCnt="0"/>
      <dgm:spPr/>
    </dgm:pt>
  </dgm:ptLst>
  <dgm:cxnLst>
    <dgm:cxn modelId="{40FFF200-5A17-49F5-B44B-B3CC8406C462}" type="presOf" srcId="{0F42FCA0-AF2E-433E-9B8C-95D51FA4917D}" destId="{803E8474-4468-4F71-BD9B-6EE4B76C5EB6}" srcOrd="0" destOrd="0" presId="urn:microsoft.com/office/officeart/2005/8/layout/hierarchy6"/>
    <dgm:cxn modelId="{8A59BB01-D2B9-41EC-B4EE-701C4916557E}" srcId="{FBA5DB0A-72B1-4C22-8B12-23573C18A042}" destId="{1A354EDC-A2BC-4306-BC22-2AEE3F15052E}" srcOrd="1" destOrd="0" parTransId="{8F1C7E1C-5D04-4461-9D52-129C22AB1B68}" sibTransId="{8848E5BA-93ED-414B-8BC8-4E5130FBA57E}"/>
    <dgm:cxn modelId="{6DACCE03-62C6-4AC1-BE65-0A49DBB6D84E}" type="presOf" srcId="{22D7F67A-C2D4-47C0-929C-9863A252CAAC}" destId="{137A55F6-E99A-4071-9936-916272D14AE8}" srcOrd="0" destOrd="0" presId="urn:microsoft.com/office/officeart/2005/8/layout/hierarchy6"/>
    <dgm:cxn modelId="{BB24E80A-2D3D-4183-88E4-556ECC17FEB8}" srcId="{FBA5DB0A-72B1-4C22-8B12-23573C18A042}" destId="{A8BF5CD4-42EA-4B32-BDAC-A2B2B7589AEF}" srcOrd="2" destOrd="0" parTransId="{44BA38B1-47CA-466B-844C-5B61A9825515}" sibTransId="{FAD5F62D-FE3A-4D1C-9A9E-2D2CBF6A8820}"/>
    <dgm:cxn modelId="{393FF00F-171F-4348-BCE3-D90F6B83E514}" type="presOf" srcId="{A8BF5CD4-42EA-4B32-BDAC-A2B2B7589AEF}" destId="{F25C54F3-90A6-4325-9FBA-6A87C98A4979}" srcOrd="0" destOrd="0" presId="urn:microsoft.com/office/officeart/2005/8/layout/hierarchy6"/>
    <dgm:cxn modelId="{E4F6963B-7124-4A9F-801E-3222E475AF42}" type="presOf" srcId="{DF948A40-6A3F-4D96-AABD-1F032481E58C}" destId="{F299474D-526A-415C-811F-C1DAD47A377C}" srcOrd="0" destOrd="0" presId="urn:microsoft.com/office/officeart/2005/8/layout/hierarchy6"/>
    <dgm:cxn modelId="{EF664245-1427-4A68-928B-CA4E94F5FFBF}" type="presOf" srcId="{8F1C7E1C-5D04-4461-9D52-129C22AB1B68}" destId="{C46459D9-0177-4A44-B26F-6A568ADEAD3B}" srcOrd="0" destOrd="0" presId="urn:microsoft.com/office/officeart/2005/8/layout/hierarchy6"/>
    <dgm:cxn modelId="{7B670075-BD7D-4431-97A5-53084AEAD837}" type="presOf" srcId="{1A354EDC-A2BC-4306-BC22-2AEE3F15052E}" destId="{F0463CB8-2A31-4A0D-A85B-8A72C77EAB7F}" srcOrd="0" destOrd="0" presId="urn:microsoft.com/office/officeart/2005/8/layout/hierarchy6"/>
    <dgm:cxn modelId="{6B2F2379-8FFA-4378-A147-9C9EF09AA2D4}" type="presOf" srcId="{6EA6ED55-0E85-4D48-9932-7190F0C047BD}" destId="{E5D49227-AB5A-40FD-9B02-7F6CA400760C}" srcOrd="0" destOrd="0" presId="urn:microsoft.com/office/officeart/2005/8/layout/hierarchy6"/>
    <dgm:cxn modelId="{B810D27F-2CD3-4853-90F1-DA5D3DE710B4}" srcId="{FBA5DB0A-72B1-4C22-8B12-23573C18A042}" destId="{F95F2ECF-7DCC-4862-B92B-D47BE2327903}" srcOrd="0" destOrd="0" parTransId="{DF948A40-6A3F-4D96-AABD-1F032481E58C}" sibTransId="{F97F88E7-0524-408B-BC65-71EA4D344411}"/>
    <dgm:cxn modelId="{0D856EA2-71DE-4AEF-AA1C-094CFB9E9BE6}" type="presOf" srcId="{F95F2ECF-7DCC-4862-B92B-D47BE2327903}" destId="{7ECDAE6E-BAC5-4C99-A4AB-FFFA88CEEB46}" srcOrd="0" destOrd="0" presId="urn:microsoft.com/office/officeart/2005/8/layout/hierarchy6"/>
    <dgm:cxn modelId="{C3283EAF-0831-4E17-857F-040C7610843D}" srcId="{0F42FCA0-AF2E-433E-9B8C-95D51FA4917D}" destId="{653455EF-1A01-4120-B6B1-8E428A5AE0A6}" srcOrd="0" destOrd="0" parTransId="{1B39B32D-16BF-4A4E-9540-0F46DD3D9DCB}" sibTransId="{01EBFD29-E35D-456C-9A54-2E6BC8F541AB}"/>
    <dgm:cxn modelId="{C36E28B0-A9C5-4508-A837-E4E7AA032E5F}" srcId="{1A354EDC-A2BC-4306-BC22-2AEE3F15052E}" destId="{22D7F67A-C2D4-47C0-929C-9863A252CAAC}" srcOrd="0" destOrd="0" parTransId="{6EA6ED55-0E85-4D48-9932-7190F0C047BD}" sibTransId="{5FF8B8C3-6E16-49DA-A684-4D9B77F67FFF}"/>
    <dgm:cxn modelId="{BBEB72C5-2D81-4A1F-B110-78A200D3216A}" type="presOf" srcId="{D7962C70-7FDC-49E1-9899-8ADE3ECC52F3}" destId="{BC2317D5-7944-4807-81CE-79063B4393AF}" srcOrd="0" destOrd="0" presId="urn:microsoft.com/office/officeart/2005/8/layout/hierarchy6"/>
    <dgm:cxn modelId="{9EAAA0CB-01E7-4E68-8885-6B4C6A29242E}" type="presOf" srcId="{653455EF-1A01-4120-B6B1-8E428A5AE0A6}" destId="{BA4FB923-1D33-4A1C-B984-67B01E5E218E}" srcOrd="0" destOrd="0" presId="urn:microsoft.com/office/officeart/2005/8/layout/hierarchy6"/>
    <dgm:cxn modelId="{C26CB8CD-B513-46B7-A310-A29DF3F2B3C0}" type="presOf" srcId="{FBA5DB0A-72B1-4C22-8B12-23573C18A042}" destId="{8F52574E-7665-4C0C-A44A-D23C8A7D98E0}" srcOrd="0" destOrd="0" presId="urn:microsoft.com/office/officeart/2005/8/layout/hierarchy6"/>
    <dgm:cxn modelId="{219E3FDB-4FBF-4F78-BADF-2F0E30D42293}" srcId="{FBA5DB0A-72B1-4C22-8B12-23573C18A042}" destId="{0F42FCA0-AF2E-433E-9B8C-95D51FA4917D}" srcOrd="3" destOrd="0" parTransId="{36461394-0D5B-4689-AC4D-C1A31116C223}" sibTransId="{EAA1D4D5-700C-4182-B6EF-FD201E807D7F}"/>
    <dgm:cxn modelId="{2AB01DDD-21C1-4B72-B814-FD69C13261FE}" type="presOf" srcId="{36461394-0D5B-4689-AC4D-C1A31116C223}" destId="{3F3A2D6A-5D45-435F-8A54-FEB6A2E74A13}" srcOrd="0" destOrd="0" presId="urn:microsoft.com/office/officeart/2005/8/layout/hierarchy6"/>
    <dgm:cxn modelId="{D91A9ADD-E56E-44EF-A0DA-3F0E7D665815}" type="presOf" srcId="{1B39B32D-16BF-4A4E-9540-0F46DD3D9DCB}" destId="{9E1CBAB8-1310-49E1-9FDD-8062316CAA8A}" srcOrd="0" destOrd="0" presId="urn:microsoft.com/office/officeart/2005/8/layout/hierarchy6"/>
    <dgm:cxn modelId="{016230ED-E256-4903-91AF-37F139E13E71}" srcId="{D7962C70-7FDC-49E1-9899-8ADE3ECC52F3}" destId="{FBA5DB0A-72B1-4C22-8B12-23573C18A042}" srcOrd="0" destOrd="0" parTransId="{F4DE67BF-47CD-49E3-8CB0-47849AF86240}" sibTransId="{68BB6851-C0E7-48AC-A26C-61ADD3A28F15}"/>
    <dgm:cxn modelId="{B919BEFB-48E3-461F-8180-062559A15A4E}" type="presOf" srcId="{44BA38B1-47CA-466B-844C-5B61A9825515}" destId="{563192A5-FFC3-4587-8275-413B847CCC61}" srcOrd="0" destOrd="0" presId="urn:microsoft.com/office/officeart/2005/8/layout/hierarchy6"/>
    <dgm:cxn modelId="{417ABF08-E558-422D-950F-F9491364F7C7}" type="presParOf" srcId="{BC2317D5-7944-4807-81CE-79063B4393AF}" destId="{6FB440DC-C5D7-4422-AD2B-92A27A7489B7}" srcOrd="0" destOrd="0" presId="urn:microsoft.com/office/officeart/2005/8/layout/hierarchy6"/>
    <dgm:cxn modelId="{8F54C9FB-A5C8-4766-B097-AC9D3DAF7D47}" type="presParOf" srcId="{6FB440DC-C5D7-4422-AD2B-92A27A7489B7}" destId="{D917D5FA-BC46-408B-91D6-4116754E2434}" srcOrd="0" destOrd="0" presId="urn:microsoft.com/office/officeart/2005/8/layout/hierarchy6"/>
    <dgm:cxn modelId="{A5ACCEBD-689E-4462-8D8F-804531C97A47}" type="presParOf" srcId="{D917D5FA-BC46-408B-91D6-4116754E2434}" destId="{189C7E6A-9DC7-4241-BFD8-D9AEAF5B004A}" srcOrd="0" destOrd="0" presId="urn:microsoft.com/office/officeart/2005/8/layout/hierarchy6"/>
    <dgm:cxn modelId="{85B24632-CB48-48EE-A69E-EC45BFCF3A75}" type="presParOf" srcId="{189C7E6A-9DC7-4241-BFD8-D9AEAF5B004A}" destId="{8F52574E-7665-4C0C-A44A-D23C8A7D98E0}" srcOrd="0" destOrd="0" presId="urn:microsoft.com/office/officeart/2005/8/layout/hierarchy6"/>
    <dgm:cxn modelId="{38F4B80C-A915-4633-8B33-00F15C9C0E44}" type="presParOf" srcId="{189C7E6A-9DC7-4241-BFD8-D9AEAF5B004A}" destId="{D6739993-845B-4EAC-A485-9E0E747B02CD}" srcOrd="1" destOrd="0" presId="urn:microsoft.com/office/officeart/2005/8/layout/hierarchy6"/>
    <dgm:cxn modelId="{6C654CD1-2860-4250-9089-E6AAFC989F12}" type="presParOf" srcId="{D6739993-845B-4EAC-A485-9E0E747B02CD}" destId="{F299474D-526A-415C-811F-C1DAD47A377C}" srcOrd="0" destOrd="0" presId="urn:microsoft.com/office/officeart/2005/8/layout/hierarchy6"/>
    <dgm:cxn modelId="{AAE9134E-99F9-42CD-AFED-39EB9F991C58}" type="presParOf" srcId="{D6739993-845B-4EAC-A485-9E0E747B02CD}" destId="{D4DCF68E-B42D-466B-A0F2-E5249A82C85F}" srcOrd="1" destOrd="0" presId="urn:microsoft.com/office/officeart/2005/8/layout/hierarchy6"/>
    <dgm:cxn modelId="{8EB64993-71AC-4EB2-B40C-23FE0B470546}" type="presParOf" srcId="{D4DCF68E-B42D-466B-A0F2-E5249A82C85F}" destId="{7ECDAE6E-BAC5-4C99-A4AB-FFFA88CEEB46}" srcOrd="0" destOrd="0" presId="urn:microsoft.com/office/officeart/2005/8/layout/hierarchy6"/>
    <dgm:cxn modelId="{BD12600F-4B6A-4887-A8FD-6EB053294EAF}" type="presParOf" srcId="{D4DCF68E-B42D-466B-A0F2-E5249A82C85F}" destId="{8D9671AC-836D-492E-9363-0F6FE96B07DB}" srcOrd="1" destOrd="0" presId="urn:microsoft.com/office/officeart/2005/8/layout/hierarchy6"/>
    <dgm:cxn modelId="{67B5B70D-6A6A-4A4C-B14C-ADA88D996604}" type="presParOf" srcId="{D6739993-845B-4EAC-A485-9E0E747B02CD}" destId="{C46459D9-0177-4A44-B26F-6A568ADEAD3B}" srcOrd="2" destOrd="0" presId="urn:microsoft.com/office/officeart/2005/8/layout/hierarchy6"/>
    <dgm:cxn modelId="{C9563B5B-16F8-42BC-886A-F87A01656E1A}" type="presParOf" srcId="{D6739993-845B-4EAC-A485-9E0E747B02CD}" destId="{E1644E79-D742-4D81-867C-AC4F5F4FCF70}" srcOrd="3" destOrd="0" presId="urn:microsoft.com/office/officeart/2005/8/layout/hierarchy6"/>
    <dgm:cxn modelId="{E4EF0A89-C9DC-471C-8B42-A4955A512A3A}" type="presParOf" srcId="{E1644E79-D742-4D81-867C-AC4F5F4FCF70}" destId="{F0463CB8-2A31-4A0D-A85B-8A72C77EAB7F}" srcOrd="0" destOrd="0" presId="urn:microsoft.com/office/officeart/2005/8/layout/hierarchy6"/>
    <dgm:cxn modelId="{B8988F5B-D57E-4683-ADC7-05E5D75E3FFB}" type="presParOf" srcId="{E1644E79-D742-4D81-867C-AC4F5F4FCF70}" destId="{9D636BFC-B505-4B90-8118-13AF0C651995}" srcOrd="1" destOrd="0" presId="urn:microsoft.com/office/officeart/2005/8/layout/hierarchy6"/>
    <dgm:cxn modelId="{BDD344F5-1FB7-415D-A810-CC1B965B6D7D}" type="presParOf" srcId="{9D636BFC-B505-4B90-8118-13AF0C651995}" destId="{E5D49227-AB5A-40FD-9B02-7F6CA400760C}" srcOrd="0" destOrd="0" presId="urn:microsoft.com/office/officeart/2005/8/layout/hierarchy6"/>
    <dgm:cxn modelId="{55EC1F48-F2C3-4AF4-8F1C-BC97A68797BA}" type="presParOf" srcId="{9D636BFC-B505-4B90-8118-13AF0C651995}" destId="{7A7AE9CB-F1E5-4B86-9E19-7DAC929F6BAB}" srcOrd="1" destOrd="0" presId="urn:microsoft.com/office/officeart/2005/8/layout/hierarchy6"/>
    <dgm:cxn modelId="{73F10EEE-D211-4599-8E54-4923FA4E9656}" type="presParOf" srcId="{7A7AE9CB-F1E5-4B86-9E19-7DAC929F6BAB}" destId="{137A55F6-E99A-4071-9936-916272D14AE8}" srcOrd="0" destOrd="0" presId="urn:microsoft.com/office/officeart/2005/8/layout/hierarchy6"/>
    <dgm:cxn modelId="{BF6206AB-5239-428B-A503-6BE6FCD57AD5}" type="presParOf" srcId="{7A7AE9CB-F1E5-4B86-9E19-7DAC929F6BAB}" destId="{ED9CE52D-9D53-47C1-8FF9-6761E9C8B547}" srcOrd="1" destOrd="0" presId="urn:microsoft.com/office/officeart/2005/8/layout/hierarchy6"/>
    <dgm:cxn modelId="{9A2ED619-E07F-4D74-A135-6720DCA88D06}" type="presParOf" srcId="{D6739993-845B-4EAC-A485-9E0E747B02CD}" destId="{563192A5-FFC3-4587-8275-413B847CCC61}" srcOrd="4" destOrd="0" presId="urn:microsoft.com/office/officeart/2005/8/layout/hierarchy6"/>
    <dgm:cxn modelId="{3443B843-31C9-43B7-A065-BC88CC7070B5}" type="presParOf" srcId="{D6739993-845B-4EAC-A485-9E0E747B02CD}" destId="{2BA6E17E-8AD1-4F7F-8ABA-BD55FF027921}" srcOrd="5" destOrd="0" presId="urn:microsoft.com/office/officeart/2005/8/layout/hierarchy6"/>
    <dgm:cxn modelId="{FB926C92-E675-42FA-8E35-62699B1D13A9}" type="presParOf" srcId="{2BA6E17E-8AD1-4F7F-8ABA-BD55FF027921}" destId="{F25C54F3-90A6-4325-9FBA-6A87C98A4979}" srcOrd="0" destOrd="0" presId="urn:microsoft.com/office/officeart/2005/8/layout/hierarchy6"/>
    <dgm:cxn modelId="{BB2A3BE0-883C-497B-B9D5-3578CA17D867}" type="presParOf" srcId="{2BA6E17E-8AD1-4F7F-8ABA-BD55FF027921}" destId="{1203B91B-89E6-45EB-85CD-F761659382D6}" srcOrd="1" destOrd="0" presId="urn:microsoft.com/office/officeart/2005/8/layout/hierarchy6"/>
    <dgm:cxn modelId="{857B38DE-9996-4F98-A338-F3D742C484F4}" type="presParOf" srcId="{D6739993-845B-4EAC-A485-9E0E747B02CD}" destId="{3F3A2D6A-5D45-435F-8A54-FEB6A2E74A13}" srcOrd="6" destOrd="0" presId="urn:microsoft.com/office/officeart/2005/8/layout/hierarchy6"/>
    <dgm:cxn modelId="{006EA722-3B21-4ACF-A1B5-2039E32B9534}" type="presParOf" srcId="{D6739993-845B-4EAC-A485-9E0E747B02CD}" destId="{D1CC2BF5-BF18-4422-9B76-B470A404C500}" srcOrd="7" destOrd="0" presId="urn:microsoft.com/office/officeart/2005/8/layout/hierarchy6"/>
    <dgm:cxn modelId="{C863183D-CE55-4647-B03F-A42B40DF23C7}" type="presParOf" srcId="{D1CC2BF5-BF18-4422-9B76-B470A404C500}" destId="{803E8474-4468-4F71-BD9B-6EE4B76C5EB6}" srcOrd="0" destOrd="0" presId="urn:microsoft.com/office/officeart/2005/8/layout/hierarchy6"/>
    <dgm:cxn modelId="{6746DCC4-8453-4474-B1BD-B8CF06E1380D}" type="presParOf" srcId="{D1CC2BF5-BF18-4422-9B76-B470A404C500}" destId="{5A596E34-D204-47F6-90EC-5E546F80BB07}" srcOrd="1" destOrd="0" presId="urn:microsoft.com/office/officeart/2005/8/layout/hierarchy6"/>
    <dgm:cxn modelId="{78B3ACEA-15E4-4FC0-9989-0E123E8A7BBA}" type="presParOf" srcId="{5A596E34-D204-47F6-90EC-5E546F80BB07}" destId="{9E1CBAB8-1310-49E1-9FDD-8062316CAA8A}" srcOrd="0" destOrd="0" presId="urn:microsoft.com/office/officeart/2005/8/layout/hierarchy6"/>
    <dgm:cxn modelId="{AA672742-4339-4E4D-9A30-DBE8217E02FB}" type="presParOf" srcId="{5A596E34-D204-47F6-90EC-5E546F80BB07}" destId="{886CEB76-C6AC-45E5-8A21-1D9F0967864B}" srcOrd="1" destOrd="0" presId="urn:microsoft.com/office/officeart/2005/8/layout/hierarchy6"/>
    <dgm:cxn modelId="{B0344D65-735E-43DF-A9B9-9766C909F3ED}" type="presParOf" srcId="{886CEB76-C6AC-45E5-8A21-1D9F0967864B}" destId="{BA4FB923-1D33-4A1C-B984-67B01E5E218E}" srcOrd="0" destOrd="0" presId="urn:microsoft.com/office/officeart/2005/8/layout/hierarchy6"/>
    <dgm:cxn modelId="{9E2F0A8E-AE9E-4713-82F5-6C1E6063A946}" type="presParOf" srcId="{886CEB76-C6AC-45E5-8A21-1D9F0967864B}" destId="{4A9752D8-930E-4B50-8C72-713DE4170FE7}" srcOrd="1" destOrd="0" presId="urn:microsoft.com/office/officeart/2005/8/layout/hierarchy6"/>
    <dgm:cxn modelId="{DA449315-391F-444A-B3C6-9CC75E4B6292}" type="presParOf" srcId="{BC2317D5-7944-4807-81CE-79063B4393AF}" destId="{8BEB8949-0CF8-4E99-8916-8EA8B305785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52574E-7665-4C0C-A44A-D23C8A7D98E0}">
      <dsp:nvSpPr>
        <dsp:cNvPr id="0" name=""/>
        <dsp:cNvSpPr/>
      </dsp:nvSpPr>
      <dsp:spPr>
        <a:xfrm>
          <a:off x="2818666" y="81"/>
          <a:ext cx="1406753" cy="937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200" kern="1200" dirty="0">
              <a:solidFill>
                <a:schemeClr val="tx1"/>
              </a:solidFill>
            </a:rPr>
            <a:t>S</a:t>
          </a:r>
          <a:endParaRPr lang="zh-TW" altLang="en-US" sz="3200" kern="1200" dirty="0">
            <a:solidFill>
              <a:schemeClr val="tx1"/>
            </a:solidFill>
          </a:endParaRPr>
        </a:p>
      </dsp:txBody>
      <dsp:txXfrm>
        <a:off x="2846134" y="27549"/>
        <a:ext cx="1351817" cy="882899"/>
      </dsp:txXfrm>
    </dsp:sp>
    <dsp:sp modelId="{F299474D-526A-415C-811F-C1DAD47A377C}">
      <dsp:nvSpPr>
        <dsp:cNvPr id="0" name=""/>
        <dsp:cNvSpPr/>
      </dsp:nvSpPr>
      <dsp:spPr>
        <a:xfrm>
          <a:off x="778873" y="937916"/>
          <a:ext cx="2743169" cy="375134"/>
        </a:xfrm>
        <a:custGeom>
          <a:avLst/>
          <a:gdLst/>
          <a:ahLst/>
          <a:cxnLst/>
          <a:rect l="0" t="0" r="0" b="0"/>
          <a:pathLst>
            <a:path>
              <a:moveTo>
                <a:pt x="2743169" y="0"/>
              </a:moveTo>
              <a:lnTo>
                <a:pt x="2743169" y="187567"/>
              </a:lnTo>
              <a:lnTo>
                <a:pt x="0" y="187567"/>
              </a:lnTo>
              <a:lnTo>
                <a:pt x="0" y="37513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CDAE6E-BAC5-4C99-A4AB-FFFA88CEEB46}">
      <dsp:nvSpPr>
        <dsp:cNvPr id="0" name=""/>
        <dsp:cNvSpPr/>
      </dsp:nvSpPr>
      <dsp:spPr>
        <a:xfrm>
          <a:off x="75496" y="1313051"/>
          <a:ext cx="1406753" cy="937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200" kern="1200" dirty="0">
              <a:solidFill>
                <a:schemeClr val="tx1"/>
              </a:solidFill>
            </a:rPr>
            <a:t>(</a:t>
          </a:r>
          <a:endParaRPr lang="zh-TW" altLang="en-US" sz="3200" kern="1200" dirty="0">
            <a:solidFill>
              <a:schemeClr val="tx1"/>
            </a:solidFill>
          </a:endParaRPr>
        </a:p>
      </dsp:txBody>
      <dsp:txXfrm>
        <a:off x="102964" y="1340519"/>
        <a:ext cx="1351817" cy="882899"/>
      </dsp:txXfrm>
    </dsp:sp>
    <dsp:sp modelId="{C46459D9-0177-4A44-B26F-6A568ADEAD3B}">
      <dsp:nvSpPr>
        <dsp:cNvPr id="0" name=""/>
        <dsp:cNvSpPr/>
      </dsp:nvSpPr>
      <dsp:spPr>
        <a:xfrm>
          <a:off x="2607653" y="937916"/>
          <a:ext cx="914389" cy="375134"/>
        </a:xfrm>
        <a:custGeom>
          <a:avLst/>
          <a:gdLst/>
          <a:ahLst/>
          <a:cxnLst/>
          <a:rect l="0" t="0" r="0" b="0"/>
          <a:pathLst>
            <a:path>
              <a:moveTo>
                <a:pt x="914389" y="0"/>
              </a:moveTo>
              <a:lnTo>
                <a:pt x="914389" y="187567"/>
              </a:lnTo>
              <a:lnTo>
                <a:pt x="0" y="187567"/>
              </a:lnTo>
              <a:lnTo>
                <a:pt x="0" y="37513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463CB8-2A31-4A0D-A85B-8A72C77EAB7F}">
      <dsp:nvSpPr>
        <dsp:cNvPr id="0" name=""/>
        <dsp:cNvSpPr/>
      </dsp:nvSpPr>
      <dsp:spPr>
        <a:xfrm>
          <a:off x="1904276" y="1313051"/>
          <a:ext cx="1406753" cy="937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200" kern="1200" dirty="0">
              <a:solidFill>
                <a:schemeClr val="tx1"/>
              </a:solidFill>
            </a:rPr>
            <a:t>S</a:t>
          </a:r>
          <a:endParaRPr lang="zh-TW" altLang="en-US" sz="3200" kern="1200" dirty="0">
            <a:solidFill>
              <a:schemeClr val="tx1"/>
            </a:solidFill>
          </a:endParaRPr>
        </a:p>
      </dsp:txBody>
      <dsp:txXfrm>
        <a:off x="1931744" y="1340519"/>
        <a:ext cx="1351817" cy="882899"/>
      </dsp:txXfrm>
    </dsp:sp>
    <dsp:sp modelId="{E5D49227-AB5A-40FD-9B02-7F6CA400760C}">
      <dsp:nvSpPr>
        <dsp:cNvPr id="0" name=""/>
        <dsp:cNvSpPr/>
      </dsp:nvSpPr>
      <dsp:spPr>
        <a:xfrm>
          <a:off x="2561933" y="2250886"/>
          <a:ext cx="91440" cy="3751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51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7A55F6-E99A-4071-9936-916272D14AE8}">
      <dsp:nvSpPr>
        <dsp:cNvPr id="0" name=""/>
        <dsp:cNvSpPr/>
      </dsp:nvSpPr>
      <dsp:spPr>
        <a:xfrm>
          <a:off x="1904276" y="2626021"/>
          <a:ext cx="1406753" cy="937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zh-TW" altLang="en-US" sz="3200" i="1" kern="1200" smtClean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m:t>𝜆</m:t>
                </m:r>
              </m:oMath>
            </m:oMathPara>
          </a14:m>
          <a:endParaRPr lang="zh-TW" altLang="en-US" sz="3200" kern="1200" dirty="0">
            <a:solidFill>
              <a:schemeClr val="tx1"/>
            </a:solidFill>
          </a:endParaRPr>
        </a:p>
      </dsp:txBody>
      <dsp:txXfrm>
        <a:off x="1931744" y="2653489"/>
        <a:ext cx="1351817" cy="882899"/>
      </dsp:txXfrm>
    </dsp:sp>
    <dsp:sp modelId="{563192A5-FFC3-4587-8275-413B847CCC61}">
      <dsp:nvSpPr>
        <dsp:cNvPr id="0" name=""/>
        <dsp:cNvSpPr/>
      </dsp:nvSpPr>
      <dsp:spPr>
        <a:xfrm>
          <a:off x="3522043" y="937916"/>
          <a:ext cx="914389" cy="3751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7567"/>
              </a:lnTo>
              <a:lnTo>
                <a:pt x="914389" y="187567"/>
              </a:lnTo>
              <a:lnTo>
                <a:pt x="914389" y="37513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5C54F3-90A6-4325-9FBA-6A87C98A4979}">
      <dsp:nvSpPr>
        <dsp:cNvPr id="0" name=""/>
        <dsp:cNvSpPr/>
      </dsp:nvSpPr>
      <dsp:spPr>
        <a:xfrm>
          <a:off x="3733056" y="1313051"/>
          <a:ext cx="1406753" cy="937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200" kern="1200" dirty="0">
              <a:solidFill>
                <a:schemeClr val="tx1"/>
              </a:solidFill>
            </a:rPr>
            <a:t>)</a:t>
          </a:r>
          <a:endParaRPr lang="zh-TW" altLang="en-US" sz="3200" kern="1200" dirty="0">
            <a:solidFill>
              <a:schemeClr val="tx1"/>
            </a:solidFill>
          </a:endParaRPr>
        </a:p>
      </dsp:txBody>
      <dsp:txXfrm>
        <a:off x="3760524" y="1340519"/>
        <a:ext cx="1351817" cy="882899"/>
      </dsp:txXfrm>
    </dsp:sp>
    <dsp:sp modelId="{3F3A2D6A-5D45-435F-8A54-FEB6A2E74A13}">
      <dsp:nvSpPr>
        <dsp:cNvPr id="0" name=""/>
        <dsp:cNvSpPr/>
      </dsp:nvSpPr>
      <dsp:spPr>
        <a:xfrm>
          <a:off x="3522043" y="937916"/>
          <a:ext cx="2743169" cy="3751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7567"/>
              </a:lnTo>
              <a:lnTo>
                <a:pt x="2743169" y="187567"/>
              </a:lnTo>
              <a:lnTo>
                <a:pt x="2743169" y="37513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3E8474-4468-4F71-BD9B-6EE4B76C5EB6}">
      <dsp:nvSpPr>
        <dsp:cNvPr id="0" name=""/>
        <dsp:cNvSpPr/>
      </dsp:nvSpPr>
      <dsp:spPr>
        <a:xfrm>
          <a:off x="5561835" y="1313051"/>
          <a:ext cx="1406753" cy="937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200" kern="1200" dirty="0">
              <a:solidFill>
                <a:schemeClr val="tx1"/>
              </a:solidFill>
            </a:rPr>
            <a:t>S</a:t>
          </a:r>
          <a:endParaRPr lang="zh-TW" altLang="en-US" sz="3200" kern="1200" dirty="0">
            <a:solidFill>
              <a:schemeClr val="tx1"/>
            </a:solidFill>
          </a:endParaRPr>
        </a:p>
      </dsp:txBody>
      <dsp:txXfrm>
        <a:off x="5589303" y="1340519"/>
        <a:ext cx="1351817" cy="882899"/>
      </dsp:txXfrm>
    </dsp:sp>
    <dsp:sp modelId="{9E1CBAB8-1310-49E1-9FDD-8062316CAA8A}">
      <dsp:nvSpPr>
        <dsp:cNvPr id="0" name=""/>
        <dsp:cNvSpPr/>
      </dsp:nvSpPr>
      <dsp:spPr>
        <a:xfrm>
          <a:off x="6219492" y="2250886"/>
          <a:ext cx="91440" cy="3751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51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4FB923-1D33-4A1C-B984-67B01E5E218E}">
      <dsp:nvSpPr>
        <dsp:cNvPr id="0" name=""/>
        <dsp:cNvSpPr/>
      </dsp:nvSpPr>
      <dsp:spPr>
        <a:xfrm>
          <a:off x="5561835" y="2626021"/>
          <a:ext cx="1406753" cy="937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zh-TW" altLang="en-US" sz="3200" i="1" kern="1200" smtClean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m:t>𝜆</m:t>
                </m:r>
              </m:oMath>
            </m:oMathPara>
          </a14:m>
          <a:endParaRPr lang="zh-TW" altLang="en-US" sz="3200" kern="1200" dirty="0">
            <a:solidFill>
              <a:schemeClr val="tx1"/>
            </a:solidFill>
          </a:endParaRPr>
        </a:p>
      </dsp:txBody>
      <dsp:txXfrm>
        <a:off x="5589303" y="2653489"/>
        <a:ext cx="1351817" cy="8828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DDD4D-CABB-499A-BC3B-DA1771A1056F}" type="datetimeFigureOut">
              <a:rPr lang="zh-TW" altLang="en-US" smtClean="0"/>
              <a:t>2025/4/18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411A0-3842-472B-980A-68B5B0CFF2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3068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8411A0-3842-472B-980A-68B5B0CFF226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701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DD3635F4-9002-2B86-08C9-A6CAD47FAB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43DFC4E3-E850-3ACE-01BF-D9CD191883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391080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D7948-C4CE-4373-AD43-9EB61FE31417}" type="datetime1">
              <a:rPr lang="en-US" altLang="zh-TW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35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3209-9528-4BD3-97E2-3C0CD2F07FFA}" type="datetime1">
              <a:rPr lang="en-US" altLang="zh-TW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076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F017F-B593-41B2-834C-CA7E5A557A48}" type="datetime1">
              <a:rPr lang="en-US" altLang="zh-TW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4E33-30B4-4242-8C4B-E3FD3A15B91A}" type="datetime1">
              <a:rPr lang="en-US" altLang="zh-TW" smtClean="0"/>
              <a:t>4/18/2025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37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F00B4076-DE2F-44B5-B9D8-1EDDAA5CD457}" type="datetime1">
              <a:rPr lang="en-US" altLang="zh-TW" smtClean="0"/>
              <a:t>4/18/2025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3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C9F1E-A2E6-4D51-844D-2D6621E2D51F}" type="datetime1">
              <a:rPr lang="en-US" altLang="zh-TW" smtClean="0"/>
              <a:t>4/18/2025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C140D-E309-4A24-A8E9-D026C2F26A46}" type="datetime1">
              <a:rPr lang="en-US" altLang="zh-TW" smtClean="0"/>
              <a:t>4/18/2025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833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C4D4-9FF7-4450-A131-43983DE44C92}" type="datetime1">
              <a:rPr lang="en-US" altLang="zh-TW" smtClean="0"/>
              <a:t>4/18/2025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675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31226-2110-4A1C-ABDE-777E2157B4F7}" type="datetime1">
              <a:rPr lang="en-US" altLang="zh-TW" smtClean="0"/>
              <a:t>4/18/2025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40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32B3F-C8B9-424F-A928-0E402A8709A5}" type="datetime1">
              <a:rPr lang="en-US" altLang="zh-TW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13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426A3-39A5-4758-BAF4-C6AB5F620D43}" type="datetime1">
              <a:rPr lang="en-US" altLang="zh-TW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7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C9852-2212-4BD6-8AAA-23A444991A48}" type="datetime1">
              <a:rPr lang="en-US" altLang="zh-TW" smtClean="0"/>
              <a:t>4/18/2025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477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794" r:id="rId6"/>
    <p:sldLayoutId id="2147483790" r:id="rId7"/>
    <p:sldLayoutId id="2147483791" r:id="rId8"/>
    <p:sldLayoutId id="2147483792" r:id="rId9"/>
    <p:sldLayoutId id="2147483793" r:id="rId10"/>
    <p:sldLayoutId id="2147483795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oleObject" Target="../embeddings/oleObject2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3.png"/><Relationship Id="rId4" Type="http://schemas.openxmlformats.org/officeDocument/2006/relationships/image" Target="../media/image3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45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37.png"/><Relationship Id="rId4" Type="http://schemas.openxmlformats.org/officeDocument/2006/relationships/image" Target="../media/image4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Right Triangle 57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B4C6837-A996-ACAC-B19B-F12A2D673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3930417" cy="2479772"/>
          </a:xfrm>
        </p:spPr>
        <p:txBody>
          <a:bodyPr>
            <a:normAutofit/>
          </a:bodyPr>
          <a:lstStyle/>
          <a:p>
            <a:r>
              <a:rPr lang="en-US" altLang="zh-TW" sz="5000" dirty="0"/>
              <a:t>Chapter 5: Top-Down Parsing</a:t>
            </a:r>
            <a:endParaRPr lang="zh-TW" altLang="en-US" sz="50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6888697-328D-9A77-A4B5-23EB0D99B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3930417" cy="2306639"/>
          </a:xfrm>
        </p:spPr>
        <p:txBody>
          <a:bodyPr>
            <a:normAutofit/>
          </a:bodyPr>
          <a:lstStyle/>
          <a:p>
            <a:r>
              <a:rPr lang="zh-TW" altLang="en-US" dirty="0"/>
              <a:t>陳奇業 成功大學資訊工程系</a:t>
            </a: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DD9F5D48-915F-52B2-DAE7-600BF3A6DF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74" r="13569"/>
          <a:stretch/>
        </p:blipFill>
        <p:spPr>
          <a:xfrm>
            <a:off x="5353908" y="714591"/>
            <a:ext cx="5887275" cy="5420505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1DAE42E-E474-E3C1-514E-C48E17435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24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>
            <a:extLst>
              <a:ext uri="{FF2B5EF4-FFF2-40B4-BE49-F238E27FC236}">
                <a16:creationId xmlns:a16="http://schemas.microsoft.com/office/drawing/2014/main" id="{648B8E51-B989-9A74-F823-842622286D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ea typeface="新細明體" panose="02020500000000000000" pitchFamily="18" charset="-120"/>
              </a:rPr>
              <a:t>Objectives of Top-Down Parsing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10243" name="內容版面配置區 2">
            <a:extLst>
              <a:ext uri="{FF2B5EF4-FFF2-40B4-BE49-F238E27FC236}">
                <a16:creationId xmlns:a16="http://schemas.microsoft.com/office/drawing/2014/main" id="{77CE91B0-5294-2FCB-B629-8DBAA94C1F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altLang="zh-TW" sz="2000">
                <a:ea typeface="新細明體" panose="02020500000000000000" pitchFamily="18" charset="-120"/>
              </a:rPr>
              <a:t>an attempt to find a </a:t>
            </a:r>
            <a:r>
              <a:rPr lang="en-US" altLang="zh-TW" sz="2000" b="1" u="sng">
                <a:ea typeface="新細明體" panose="02020500000000000000" pitchFamily="18" charset="-120"/>
              </a:rPr>
              <a:t>leftmost</a:t>
            </a:r>
            <a:r>
              <a:rPr lang="en-US" altLang="zh-TW" sz="2000">
                <a:ea typeface="新細明體" panose="02020500000000000000" pitchFamily="18" charset="-120"/>
              </a:rPr>
              <a:t> derivation for an input string.</a:t>
            </a:r>
          </a:p>
          <a:p>
            <a:pPr eaLnBrk="1" hangingPunct="1"/>
            <a:r>
              <a:rPr lang="en-US" altLang="zh-TW" sz="2000">
                <a:ea typeface="新細明體" panose="02020500000000000000" pitchFamily="18" charset="-120"/>
              </a:rPr>
              <a:t>an attempt to construct a parse tree for the input string starting from the root and creating the nodes of the parse tree in </a:t>
            </a:r>
            <a:r>
              <a:rPr lang="en-US" altLang="zh-TW" sz="2000" b="1" u="sng">
                <a:ea typeface="新細明體" panose="02020500000000000000" pitchFamily="18" charset="-120"/>
              </a:rPr>
              <a:t>preorder</a:t>
            </a:r>
            <a:r>
              <a:rPr lang="en-US" altLang="zh-TW" sz="2000">
                <a:ea typeface="新細明體" panose="02020500000000000000" pitchFamily="18" charset="-120"/>
              </a:rPr>
              <a:t>. </a:t>
            </a:r>
          </a:p>
          <a:p>
            <a:pPr eaLnBrk="1" hangingPunct="1"/>
            <a:endParaRPr lang="zh-TW" altLang="en-US" sz="2000">
              <a:ea typeface="新細明體" panose="02020500000000000000" pitchFamily="18" charset="-120"/>
            </a:endParaRPr>
          </a:p>
        </p:txBody>
      </p:sp>
      <p:sp>
        <p:nvSpPr>
          <p:cNvPr id="10244" name="投影片編號版面配置區 3">
            <a:extLst>
              <a:ext uri="{FF2B5EF4-FFF2-40B4-BE49-F238E27FC236}">
                <a16:creationId xmlns:a16="http://schemas.microsoft.com/office/drawing/2014/main" id="{967B4FD2-7622-3766-1A07-9746FB5AB0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fld id="{80E19A81-4BDF-4FF7-B62F-7B3976D9FC46}" type="slidenum">
              <a:rPr lang="en-US" altLang="zh-TW" smtClean="0">
                <a:solidFill>
                  <a:srgbClr val="898989"/>
                </a:solidFill>
              </a:rPr>
              <a:pPr/>
              <a:t>2</a:t>
            </a:fld>
            <a:endParaRPr lang="en-US" altLang="zh-TW">
              <a:solidFill>
                <a:srgbClr val="89898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5B8014-6D46-06BC-EE28-15DEDCCBC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Objectives of Top-Down Parsing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BE75B1-AC09-7515-ED9F-4ABFDA66D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 this chapter, we study the following two forms of top-down parsers: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Recursive-descent parsers </a:t>
            </a:r>
            <a:r>
              <a:rPr lang="en-US" altLang="zh-TW" dirty="0"/>
              <a:t>contain a set of mutually recursive procedures that cooperate to parse a string. Code for these procedures can be written directly from a suitable grammar.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Table-driven LL parsers </a:t>
            </a:r>
            <a:r>
              <a:rPr lang="en-US" altLang="zh-TW" dirty="0"/>
              <a:t>use a generic LL(k) parsing engine and a parse table that directs the activity of the engine. The entries for the parse table are determined by the particular LL(k) grammar. The notation LL(k) is explained below.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384DE9-B893-5339-8079-1B5A0D558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81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F518E4-C297-1997-E68A-BA7168A4D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Basic Method of Recursive-Descent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6783672C-5A3A-9112-6C0E-302F3470A3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1648" y="2770058"/>
            <a:ext cx="5538651" cy="2468880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03455B-AD88-FAD0-6548-733DAC64A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</a:t>
            </a:fld>
            <a:endParaRPr 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0378E5B-7D4D-17FF-85E4-8B813F988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0491" y="2238375"/>
            <a:ext cx="3713891" cy="420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663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591A4A5-C00F-4B45-9735-FD2841BF3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6FDB6-C8B8-4BB9-B5F6-C9E7D1549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65D67BC-2831-45D1-804D-2B848B7FF6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3254059-39EC-48CC-B948-9EE6B0551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F3E0572-7D5E-4FAA-B67C-23A9C6D71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C5F1231-CF22-4258-B764-592B6CB8D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2C5387-42A2-4464-BF18-E70B0227B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26F39D-AFC8-4FF6-9211-84AA77717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D812696-9AF7-4D2B-A041-80C015F33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E6CB557-1E5B-4D2D-9330-8EB4AF7307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03A4B30-3A15-4294-9BED-E7317857F0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E7B8343-CDF9-4023-9FBF-F4ADE601B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BB30BD5-639D-4F53-BC6C-2A8D0FFFE5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D7E1947-04B8-4F0B-9E3C-FC4E26D61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3EDB6D6-D309-48D4-87F4-AAED7C57C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F2E163F-B043-43B7-85CE-36F2136B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F6CB03C-E3B1-4D22-ABA3-986CC09FB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9B41E31-EE5F-423F-8B88-3B56009A3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59D4FE6-B271-4427-8273-0B80EF1366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F7D26D0-83A1-41B0-82E3-FB5D3E93E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7E47C02-EBB8-4368-815C-FEDA23368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E61DA55-8618-4048-A65A-41E072D9F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DFC058B-6608-4509-92E1-D4D0D5BD5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E3652A3-36D6-4E0C-B7FB-52CD69E9C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BF82BE6-B2D5-4FA1-98B4-1E0072C39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ECA553C-C7B8-4353-BC4C-D622087D6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F802227-5CA9-40B4-870E-495C7899C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1A19F9E-BB49-4808-8481-77F848C2F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53A57BE-F139-4C31-8201-477E20DD2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9F800EC-2D85-47C7-BFB8-B146DD929C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478BA6D-3F48-40B1-8227-830029B62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21E6C45-0A76-456E-BDD6-3DCB66126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ight Triangle 49">
            <a:extLst>
              <a:ext uri="{FF2B5EF4-FFF2-40B4-BE49-F238E27FC236}">
                <a16:creationId xmlns:a16="http://schemas.microsoft.com/office/drawing/2014/main" id="{3C541D4F-11C2-4F36-B2A3-AB9028F2A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05909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A0C55E8-35D8-FEAF-8405-2541761D4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4038652" cy="1881178"/>
          </a:xfrm>
        </p:spPr>
        <p:txBody>
          <a:bodyPr>
            <a:normAutofit/>
          </a:bodyPr>
          <a:lstStyle/>
          <a:p>
            <a:r>
              <a:rPr lang="en-US" altLang="zh-TW" dirty="0"/>
              <a:t>Using EBNF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B06397F-0CEB-F1F1-7BB5-C5250C788A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79" y="2886117"/>
                <a:ext cx="4038652" cy="3276824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Consider now the case of 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i="1" dirty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⁡</m:t>
                    </m:r>
                  </m:oMath>
                </a14:m>
                <a:r>
                  <a:rPr lang="en-US" altLang="zh-TW" dirty="0"/>
                  <a:t> in the grammar for simple arithmetic expressions in BNF: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𝑎𝑑𝑑𝑜𝑝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𝑡𝑒𝑟𝑚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𝑡𝑒𝑟𝑚</m:t>
                          </m:r>
                        </m:e>
                      </m:func>
                    </m:oMath>
                  </m:oMathPara>
                </a14:m>
                <a:endParaRPr lang="en-US" altLang="zh-TW" dirty="0"/>
              </a:p>
              <a:p>
                <a:r>
                  <a:rPr lang="en-US" altLang="zh-TW" dirty="0"/>
                  <a:t>The solution is to use the EBNF rule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𝑡𝑒𝑟𝑚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𝑎𝑑𝑑𝑜𝑝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𝑡𝑒𝑟𝑚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B06397F-0CEB-F1F1-7BB5-C5250C788A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79" y="2886117"/>
                <a:ext cx="4038652" cy="3276824"/>
              </a:xfrm>
              <a:blipFill>
                <a:blip r:embed="rId2"/>
                <a:stretch>
                  <a:fillRect l="-452" t="-929" r="-16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圖片 9">
            <a:extLst>
              <a:ext uri="{FF2B5EF4-FFF2-40B4-BE49-F238E27FC236}">
                <a16:creationId xmlns:a16="http://schemas.microsoft.com/office/drawing/2014/main" id="{3C3EC36C-954E-9250-5C53-7760845FC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333" y="1443332"/>
            <a:ext cx="6401443" cy="3986084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A8E4D3-2E5C-2E02-78B2-F98E567B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0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3206E9-BA48-14AE-BEA6-8D594CFA8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Syntax Tree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D07F7281-343F-19E1-96AA-492B4A2E30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8827" y="2273300"/>
            <a:ext cx="3306121" cy="35639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C969992-456A-9609-88A5-66C772363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</a:t>
            </a:fld>
            <a:endParaRPr 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5E31CF3-ABD6-F4BC-D321-4CAF8FEDF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570" y="2082689"/>
            <a:ext cx="4759509" cy="446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257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91A4A5-C00F-4B45-9735-FD2841BF3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A16FDB6-C8B8-4BB9-B5F6-C9E7D1549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65D67BC-2831-45D1-804D-2B848B7FF6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254059-39EC-48CC-B948-9EE6B0551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F3E0572-7D5E-4FAA-B67C-23A9C6D71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C5F1231-CF22-4258-B764-592B6CB8D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B2C5387-42A2-4464-BF18-E70B0227B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926F39D-AFC8-4FF6-9211-84AA77717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D812696-9AF7-4D2B-A041-80C015F33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E6CB557-1E5B-4D2D-9330-8EB4AF7307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03A4B30-3A15-4294-9BED-E7317857F0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E7B8343-CDF9-4023-9FBF-F4ADE601B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BB30BD5-639D-4F53-BC6C-2A8D0FFFE5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D7E1947-04B8-4F0B-9E3C-FC4E26D61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3EDB6D6-D309-48D4-87F4-AAED7C57C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F2E163F-B043-43B7-85CE-36F2136B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F6CB03C-E3B1-4D22-ABA3-986CC09FB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9B41E31-EE5F-423F-8B88-3B56009A3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9D4FE6-B271-4427-8273-0B80EF1366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F7D26D0-83A1-41B0-82E3-FB5D3E93E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7E47C02-EBB8-4368-815C-FEDA23368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E61DA55-8618-4048-A65A-41E072D9F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DFC058B-6608-4509-92E1-D4D0D5BD5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E3652A3-36D6-4E0C-B7FB-52CD69E9C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BF82BE6-B2D5-4FA1-98B4-1E0072C39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ECA553C-C7B8-4353-BC4C-D622087D6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F802227-5CA9-40B4-870E-495C7899C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1A19F9E-BB49-4808-8481-77F848C2F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53A57BE-F139-4C31-8201-477E20DD2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9F800EC-2D85-47C7-BFB8-B146DD929C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478BA6D-3F48-40B1-8227-830029B62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21E6C45-0A76-456E-BDD6-3DCB66126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3C541D4F-11C2-4F36-B2A3-AB9028F2A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05909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423D2E8-E4EC-1814-4F03-A80ACB42A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4038652" cy="1881178"/>
          </a:xfrm>
        </p:spPr>
        <p:txBody>
          <a:bodyPr>
            <a:normAutofit/>
          </a:bodyPr>
          <a:lstStyle/>
          <a:p>
            <a:r>
              <a:rPr lang="en-US" altLang="zh-TW" dirty="0"/>
              <a:t>Syntax Tree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FD35A4-3D5C-0154-D3BE-3D78ED85C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886117"/>
            <a:ext cx="4038652" cy="3276824"/>
          </a:xfrm>
        </p:spPr>
        <p:txBody>
          <a:bodyPr>
            <a:normAutofit/>
          </a:bodyPr>
          <a:lstStyle/>
          <a:p>
            <a:r>
              <a:rPr lang="en-US" altLang="zh-TW" dirty="0"/>
              <a:t>We consider the expression 3+4+5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3CC0561-0DEB-9991-52EA-333993ADC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333" y="1556339"/>
            <a:ext cx="6401443" cy="376007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7FC965-7ACD-AE19-029F-68FD8C0F9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191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>
            <a:extLst>
              <a:ext uri="{FF2B5EF4-FFF2-40B4-BE49-F238E27FC236}">
                <a16:creationId xmlns:a16="http://schemas.microsoft.com/office/drawing/2014/main" id="{F9B93E03-58AB-8128-6371-C0F86BBAD7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Approaches of Top-Down Parsing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2291" name="內容版面配置區 2">
            <a:extLst>
              <a:ext uri="{FF2B5EF4-FFF2-40B4-BE49-F238E27FC236}">
                <a16:creationId xmlns:a16="http://schemas.microsoft.com/office/drawing/2014/main" id="{7C5725C9-4F13-F242-6E5D-3D93CE8E5E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93675" indent="-193675" algn="just" eaLnBrk="1" hangingPunct="1">
              <a:buFontTx/>
              <a:buChar char=" "/>
            </a:pPr>
            <a:r>
              <a:rPr lang="en-US" altLang="zh-TW" sz="2000" u="sng" dirty="0">
                <a:ea typeface="新細明體" panose="02020500000000000000" pitchFamily="18" charset="-120"/>
              </a:rPr>
              <a:t>with backtracking</a:t>
            </a:r>
            <a:r>
              <a:rPr lang="en-US" altLang="zh-TW" sz="2000" dirty="0">
                <a:ea typeface="新細明體" panose="02020500000000000000" pitchFamily="18" charset="-120"/>
              </a:rPr>
              <a:t> (making repeated scans of the input, a general form of top-down parsing)</a:t>
            </a:r>
          </a:p>
          <a:p>
            <a:pPr marL="193675" indent="-193675" algn="just" eaLnBrk="1" hangingPunct="1">
              <a:buFontTx/>
              <a:buChar char=" "/>
            </a:pPr>
            <a:r>
              <a:rPr lang="en-US" altLang="zh-TW" sz="2000" dirty="0">
                <a:ea typeface="新細明體" panose="02020500000000000000" pitchFamily="18" charset="-120"/>
              </a:rPr>
              <a:t> </a:t>
            </a:r>
          </a:p>
          <a:p>
            <a:pPr marL="193675" indent="-193675" algn="just" eaLnBrk="1" hangingPunct="1">
              <a:buFontTx/>
              <a:buChar char=" "/>
            </a:pPr>
            <a:r>
              <a:rPr lang="en-US" altLang="zh-TW" sz="2000" dirty="0">
                <a:ea typeface="新細明體" panose="02020500000000000000" pitchFamily="18" charset="-120"/>
              </a:rPr>
              <a:t>Methods: To create a procedure for each nonterminal.</a:t>
            </a:r>
          </a:p>
        </p:txBody>
      </p:sp>
      <p:sp>
        <p:nvSpPr>
          <p:cNvPr id="12292" name="投影片編號版面配置區 3">
            <a:extLst>
              <a:ext uri="{FF2B5EF4-FFF2-40B4-BE49-F238E27FC236}">
                <a16:creationId xmlns:a16="http://schemas.microsoft.com/office/drawing/2014/main" id="{A1CE3250-921C-57FC-28EB-DACC8DE170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fld id="{8942BD7A-AA20-4418-A0F2-883E5CF56EF7}" type="slidenum">
              <a:rPr lang="en-US" altLang="zh-TW" smtClean="0">
                <a:solidFill>
                  <a:srgbClr val="898989"/>
                </a:solidFill>
              </a:rPr>
              <a:pPr/>
              <a:t>8</a:t>
            </a:fld>
            <a:endParaRPr lang="en-US" altLang="zh-TW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729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199E4A-AC90-0196-5F4F-E7A35C989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Problems for top-down parsing with backtracking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44619A13-C85D-CB79-DC72-369CA8141F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7456" y="2339975"/>
            <a:ext cx="8371313" cy="35639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D79EA8-02B1-DE57-38A5-E438F902E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投影片編號版面配置區 1">
            <a:extLst>
              <a:ext uri="{FF2B5EF4-FFF2-40B4-BE49-F238E27FC236}">
                <a16:creationId xmlns:a16="http://schemas.microsoft.com/office/drawing/2014/main" id="{1AEB50D0-11C3-341B-32DB-8FC40BB89D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fld id="{678F9B0F-E882-423F-8ECD-C570F144BACE}" type="slidenum">
              <a:rPr lang="en-US" altLang="zh-TW" smtClean="0">
                <a:solidFill>
                  <a:srgbClr val="898989"/>
                </a:solidFill>
              </a:rPr>
              <a:pPr/>
              <a:t>10</a:t>
            </a:fld>
            <a:endParaRPr lang="en-US" altLang="zh-TW">
              <a:solidFill>
                <a:srgbClr val="898989"/>
              </a:solidFill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D6801D1-71A0-569D-7E0E-CAF77F3FD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333375"/>
            <a:ext cx="8686800" cy="652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1450" indent="-171450" defTabSz="685800">
              <a:lnSpc>
                <a:spcPct val="110000"/>
              </a:lnSpc>
              <a:spcBef>
                <a:spcPts val="750"/>
              </a:spcBef>
              <a:buClr>
                <a:srgbClr val="8D87A6"/>
              </a:buClr>
              <a:buSzPct val="75000"/>
              <a:buFont typeface="Wingdings" panose="05000000000000000000" pitchFamily="2" charset="2"/>
              <a:buChar char="§"/>
              <a:defRPr sz="1500">
                <a:solidFill>
                  <a:schemeClr val="tx2"/>
                </a:solidFill>
                <a:latin typeface="Grandview" pitchFamily="34" charset="0"/>
              </a:defRPr>
            </a:lvl1pPr>
            <a:lvl2pPr marL="342900" indent="-171450" defTabSz="685800">
              <a:lnSpc>
                <a:spcPct val="110000"/>
              </a:lnSpc>
              <a:spcBef>
                <a:spcPts val="375"/>
              </a:spcBef>
              <a:buClr>
                <a:srgbClr val="8D87A6"/>
              </a:buClr>
              <a:buSzPct val="75000"/>
              <a:buFont typeface="Wingdings" panose="05000000000000000000" pitchFamily="2" charset="2"/>
              <a:buChar char="§"/>
              <a:defRPr sz="1300">
                <a:solidFill>
                  <a:schemeClr val="tx2"/>
                </a:solidFill>
                <a:latin typeface="Grandview" pitchFamily="34" charset="0"/>
              </a:defRPr>
            </a:lvl2pPr>
            <a:lvl3pPr marL="514350" indent="-171450" defTabSz="685800">
              <a:lnSpc>
                <a:spcPct val="110000"/>
              </a:lnSpc>
              <a:spcBef>
                <a:spcPts val="375"/>
              </a:spcBef>
              <a:buClr>
                <a:srgbClr val="8D87A6"/>
              </a:buClr>
              <a:buSzPct val="75000"/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  <a:latin typeface="Grandview" pitchFamily="34" charset="0"/>
              </a:defRPr>
            </a:lvl3pPr>
            <a:lvl4pPr marL="685800" indent="-171450" defTabSz="685800">
              <a:lnSpc>
                <a:spcPct val="110000"/>
              </a:lnSpc>
              <a:spcBef>
                <a:spcPts val="375"/>
              </a:spcBef>
              <a:buClr>
                <a:srgbClr val="8D87A6"/>
              </a:buClr>
              <a:buSzPct val="75000"/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  <a:latin typeface="Grandview" pitchFamily="34" charset="0"/>
              </a:defRPr>
            </a:lvl4pPr>
            <a:lvl5pPr marL="857250" indent="-171450" defTabSz="685800">
              <a:lnSpc>
                <a:spcPct val="110000"/>
              </a:lnSpc>
              <a:spcBef>
                <a:spcPts val="375"/>
              </a:spcBef>
              <a:buClr>
                <a:srgbClr val="8D87A6"/>
              </a:buClr>
              <a:buSzPct val="75000"/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  <a:latin typeface="Grandview" pitchFamily="34" charset="0"/>
              </a:defRPr>
            </a:lvl5pPr>
            <a:lvl6pPr marL="1314450" indent="-171450" defTabSz="685800" eaLnBrk="0" fontAlgn="base" hangingPunct="0">
              <a:lnSpc>
                <a:spcPct val="110000"/>
              </a:lnSpc>
              <a:spcBef>
                <a:spcPts val="375"/>
              </a:spcBef>
              <a:spcAft>
                <a:spcPct val="0"/>
              </a:spcAft>
              <a:buClr>
                <a:srgbClr val="8D87A6"/>
              </a:buClr>
              <a:buSzPct val="75000"/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  <a:latin typeface="Grandview" pitchFamily="34" charset="0"/>
              </a:defRPr>
            </a:lvl6pPr>
            <a:lvl7pPr marL="1771650" indent="-171450" defTabSz="685800" eaLnBrk="0" fontAlgn="base" hangingPunct="0">
              <a:lnSpc>
                <a:spcPct val="110000"/>
              </a:lnSpc>
              <a:spcBef>
                <a:spcPts val="375"/>
              </a:spcBef>
              <a:spcAft>
                <a:spcPct val="0"/>
              </a:spcAft>
              <a:buClr>
                <a:srgbClr val="8D87A6"/>
              </a:buClr>
              <a:buSzPct val="75000"/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  <a:latin typeface="Grandview" pitchFamily="34" charset="0"/>
              </a:defRPr>
            </a:lvl7pPr>
            <a:lvl8pPr marL="2228850" indent="-171450" defTabSz="685800" eaLnBrk="0" fontAlgn="base" hangingPunct="0">
              <a:lnSpc>
                <a:spcPct val="110000"/>
              </a:lnSpc>
              <a:spcBef>
                <a:spcPts val="375"/>
              </a:spcBef>
              <a:spcAft>
                <a:spcPct val="0"/>
              </a:spcAft>
              <a:buClr>
                <a:srgbClr val="8D87A6"/>
              </a:buClr>
              <a:buSzPct val="75000"/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  <a:latin typeface="Grandview" pitchFamily="34" charset="0"/>
              </a:defRPr>
            </a:lvl8pPr>
            <a:lvl9pPr marL="2686050" indent="-171450" defTabSz="685800" eaLnBrk="0" fontAlgn="base" hangingPunct="0">
              <a:lnSpc>
                <a:spcPct val="110000"/>
              </a:lnSpc>
              <a:spcBef>
                <a:spcPts val="375"/>
              </a:spcBef>
              <a:spcAft>
                <a:spcPct val="0"/>
              </a:spcAft>
              <a:buClr>
                <a:srgbClr val="8D87A6"/>
              </a:buClr>
              <a:buSzPct val="75000"/>
              <a:buFont typeface="Wingdings" panose="05000000000000000000" pitchFamily="2" charset="2"/>
              <a:buChar char="§"/>
              <a:defRPr sz="1000">
                <a:solidFill>
                  <a:schemeClr val="tx2"/>
                </a:solidFill>
                <a:latin typeface="Grandview" pitchFamily="34" charset="0"/>
              </a:defRPr>
            </a:lvl9pPr>
          </a:lstStyle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TW" sz="2400" dirty="0">
                <a:ea typeface="新細明體" panose="02020500000000000000" pitchFamily="18" charset="-120"/>
              </a:rPr>
              <a:t>  </a:t>
            </a:r>
            <a:r>
              <a:rPr lang="en-US" altLang="zh-TW" sz="2400" b="1" dirty="0">
                <a:ea typeface="新細明體" panose="02020500000000000000" pitchFamily="18" charset="-120"/>
              </a:rPr>
              <a:t>e.g.</a:t>
            </a:r>
            <a:r>
              <a:rPr lang="en-US" altLang="zh-TW" sz="2400" dirty="0">
                <a:ea typeface="新細明體" panose="02020500000000000000" pitchFamily="18" charset="-120"/>
              </a:rPr>
              <a:t>   </a:t>
            </a:r>
            <a:r>
              <a:rPr lang="en-US" altLang="zh-TW" sz="2400" b="1" dirty="0">
                <a:ea typeface="新細明體" panose="02020500000000000000" pitchFamily="18" charset="-120"/>
              </a:rPr>
              <a:t>S -&gt; </a:t>
            </a:r>
            <a:r>
              <a:rPr lang="en-US" altLang="zh-TW" sz="2400" b="1" dirty="0" err="1">
                <a:ea typeface="新細明體" panose="02020500000000000000" pitchFamily="18" charset="-120"/>
              </a:rPr>
              <a:t>cAd</a:t>
            </a:r>
            <a:r>
              <a:rPr lang="en-US" altLang="zh-TW" sz="2400" b="1" dirty="0">
                <a:ea typeface="新細明體" panose="02020500000000000000" pitchFamily="18" charset="-120"/>
              </a:rPr>
              <a:t>    A -&gt; ab | a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TW" sz="2400" dirty="0">
                <a:ea typeface="新細明體" panose="02020500000000000000" pitchFamily="18" charset="-12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ea typeface="新細明體" panose="02020500000000000000" pitchFamily="18" charset="-120"/>
              </a:rPr>
              <a:t>  </a:t>
            </a:r>
            <a:r>
              <a:rPr lang="en-US" altLang="zh-TW" sz="2000" b="1" dirty="0">
                <a:ea typeface="新細明體" panose="02020500000000000000" pitchFamily="18" charset="-120"/>
              </a:rPr>
              <a:t>S( )</a:t>
            </a:r>
            <a:r>
              <a:rPr lang="en-US" altLang="zh-TW" sz="2000" dirty="0">
                <a:ea typeface="新細明體" panose="02020500000000000000" pitchFamily="18" charset="-120"/>
              </a:rPr>
              <a:t> { if input symbol == ‘c’              </a:t>
            </a:r>
            <a:r>
              <a:rPr lang="en-US" altLang="zh-TW" sz="2000" b="1" dirty="0">
                <a:ea typeface="新細明體" panose="02020500000000000000" pitchFamily="18" charset="-120"/>
              </a:rPr>
              <a:t>A( )</a:t>
            </a:r>
            <a:r>
              <a:rPr lang="en-US" altLang="zh-TW" sz="2000" dirty="0">
                <a:ea typeface="新細明體" panose="02020500000000000000" pitchFamily="18" charset="-120"/>
              </a:rPr>
              <a:t> {  </a:t>
            </a:r>
            <a:r>
              <a:rPr lang="en-US" altLang="zh-TW" sz="2000" dirty="0" err="1">
                <a:solidFill>
                  <a:srgbClr val="FF0000"/>
                </a:solidFill>
                <a:ea typeface="新細明體" panose="02020500000000000000" pitchFamily="18" charset="-120"/>
              </a:rPr>
              <a:t>isave</a:t>
            </a:r>
            <a:r>
              <a:rPr lang="en-US" altLang="zh-TW" sz="2000" dirty="0">
                <a:ea typeface="新細明體" panose="02020500000000000000" pitchFamily="18" charset="-120"/>
              </a:rPr>
              <a:t>= input-pointer;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ea typeface="新細明體" panose="02020500000000000000" pitchFamily="18" charset="-120"/>
              </a:rPr>
              <a:t>            { Advance();                                     if input-symbol == ‘a’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ea typeface="新細明體" panose="02020500000000000000" pitchFamily="18" charset="-120"/>
              </a:rPr>
              <a:t>               if A()                                                { Advance();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ea typeface="新細明體" panose="02020500000000000000" pitchFamily="18" charset="-120"/>
              </a:rPr>
              <a:t>                  if input-symbol == ‘d’                      if input-symbol == ‘b’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ea typeface="新細明體" panose="02020500000000000000" pitchFamily="18" charset="-120"/>
              </a:rPr>
              <a:t>                     {   Advance();                                   {  Advance();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ea typeface="新細明體" panose="02020500000000000000" pitchFamily="18" charset="-120"/>
              </a:rPr>
              <a:t>                         return true;                                      return true;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ea typeface="新細明體" panose="02020500000000000000" pitchFamily="18" charset="-120"/>
              </a:rPr>
              <a:t>                     }                                                     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ea typeface="新細明體" panose="02020500000000000000" pitchFamily="18" charset="-120"/>
              </a:rPr>
              <a:t>            }                                                        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ea typeface="新細明體" panose="02020500000000000000" pitchFamily="18" charset="-120"/>
              </a:rPr>
              <a:t>              return false;                                   input-pointer = </a:t>
            </a:r>
            <a:r>
              <a:rPr lang="en-US" altLang="zh-TW" sz="2000" dirty="0" err="1">
                <a:solidFill>
                  <a:srgbClr val="FF0000"/>
                </a:solidFill>
                <a:ea typeface="新細明體" panose="02020500000000000000" pitchFamily="18" charset="-120"/>
              </a:rPr>
              <a:t>isave</a:t>
            </a:r>
            <a:r>
              <a:rPr lang="en-US" altLang="zh-TW" sz="2000" dirty="0">
                <a:ea typeface="新細明體" panose="02020500000000000000" pitchFamily="18" charset="-120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ea typeface="新細明體" panose="02020500000000000000" pitchFamily="18" charset="-120"/>
              </a:rPr>
              <a:t>          }                                                          if input-symbol == ‘a’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ea typeface="新細明體" panose="02020500000000000000" pitchFamily="18" charset="-120"/>
              </a:rPr>
              <a:t>                                                                        { Advance();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ea typeface="新細明體" panose="02020500000000000000" pitchFamily="18" charset="-120"/>
              </a:rPr>
              <a:t>                                                                          return true;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ea typeface="新細明體" panose="02020500000000000000" pitchFamily="18" charset="-120"/>
              </a:rPr>
              <a:t>                                                                     else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ea typeface="新細明體" panose="02020500000000000000" pitchFamily="18" charset="-120"/>
              </a:rPr>
              <a:t>                                                                          return false;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ea typeface="新細明體" panose="02020500000000000000" pitchFamily="18" charset="-120"/>
              </a:rPr>
              <a:t>                                                                       }  </a:t>
            </a:r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60201BC6-6D8D-FE73-A764-6840D3BCF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725" y="279400"/>
            <a:ext cx="2735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pPr eaLnBrk="1" hangingPunct="1"/>
            <a:r>
              <a:rPr lang="en-US" altLang="zh-TW" sz="2400">
                <a:solidFill>
                  <a:srgbClr val="CC3300"/>
                </a:solidFill>
                <a:ea typeface="新細明體" panose="02020500000000000000" pitchFamily="18" charset="-120"/>
              </a:rPr>
              <a:t>L = { cabd, cad }</a:t>
            </a: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5EEE2BE1-2685-F120-A018-5557B5191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8" y="5734050"/>
            <a:ext cx="2376487" cy="431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pPr algn="ctr" eaLnBrk="1" hangingPunct="1"/>
            <a:endParaRPr lang="zh-TW" altLang="zh-TW">
              <a:ea typeface="新細明體" panose="02020500000000000000" pitchFamily="18" charset="-120"/>
            </a:endParaRPr>
          </a:p>
        </p:txBody>
      </p:sp>
      <p:sp>
        <p:nvSpPr>
          <p:cNvPr id="13318" name="Line 6">
            <a:extLst>
              <a:ext uri="{FF2B5EF4-FFF2-40B4-BE49-F238E27FC236}">
                <a16:creationId xmlns:a16="http://schemas.microsoft.com/office/drawing/2014/main" id="{2AF7D0FE-EBCA-CBE1-A349-300E5BF3947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0375" y="5734050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19" name="Line 7">
            <a:extLst>
              <a:ext uri="{FF2B5EF4-FFF2-40B4-BE49-F238E27FC236}">
                <a16:creationId xmlns:a16="http://schemas.microsoft.com/office/drawing/2014/main" id="{B49D149F-7893-527D-7E3F-7E731FD10A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2175" y="5734050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20" name="Line 8">
            <a:extLst>
              <a:ext uri="{FF2B5EF4-FFF2-40B4-BE49-F238E27FC236}">
                <a16:creationId xmlns:a16="http://schemas.microsoft.com/office/drawing/2014/main" id="{6CD18D7B-B009-D4BD-0C5E-2263A305E6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63975" y="5734050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21" name="Line 9">
            <a:extLst>
              <a:ext uri="{FF2B5EF4-FFF2-40B4-BE49-F238E27FC236}">
                <a16:creationId xmlns:a16="http://schemas.microsoft.com/office/drawing/2014/main" id="{C067A82B-BD22-B95E-FE3F-317454EB89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5775" y="5734050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22" name="Text Box 11">
            <a:extLst>
              <a:ext uri="{FF2B5EF4-FFF2-40B4-BE49-F238E27FC236}">
                <a16:creationId xmlns:a16="http://schemas.microsoft.com/office/drawing/2014/main" id="{32EE7528-0FDF-B3D1-99D8-5810BBB41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7340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c</a:t>
            </a:r>
          </a:p>
        </p:txBody>
      </p:sp>
      <p:sp>
        <p:nvSpPr>
          <p:cNvPr id="13323" name="Text Box 12">
            <a:extLst>
              <a:ext uri="{FF2B5EF4-FFF2-40B4-BE49-F238E27FC236}">
                <a16:creationId xmlns:a16="http://schemas.microsoft.com/office/drawing/2014/main" id="{66B92D2C-7190-7723-CCB7-CBDC1F28D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1175" y="575310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a</a:t>
            </a:r>
          </a:p>
        </p:txBody>
      </p:sp>
      <p:sp>
        <p:nvSpPr>
          <p:cNvPr id="13324" name="Text Box 13">
            <a:extLst>
              <a:ext uri="{FF2B5EF4-FFF2-40B4-BE49-F238E27FC236}">
                <a16:creationId xmlns:a16="http://schemas.microsoft.com/office/drawing/2014/main" id="{A3942A86-258B-0FBF-67F3-F0ECDB31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2975" y="575310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d</a:t>
            </a:r>
          </a:p>
        </p:txBody>
      </p:sp>
      <p:sp>
        <p:nvSpPr>
          <p:cNvPr id="13325" name="Line 14">
            <a:extLst>
              <a:ext uri="{FF2B5EF4-FFF2-40B4-BE49-F238E27FC236}">
                <a16:creationId xmlns:a16="http://schemas.microsoft.com/office/drawing/2014/main" id="{8A47F8C5-214C-1F14-E651-0B25DD41DA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87713" y="6237288"/>
            <a:ext cx="71437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9571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標題 1">
            <a:extLst>
              <a:ext uri="{FF2B5EF4-FFF2-40B4-BE49-F238E27FC236}">
                <a16:creationId xmlns:a16="http://schemas.microsoft.com/office/drawing/2014/main" id="{AD2F3357-1A27-1EB1-0366-7130306E5F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ea typeface="新細明體" panose="02020500000000000000" pitchFamily="18" charset="-120"/>
              </a:rPr>
              <a:t>Problems for top-down parsing with backtracking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內容版面配置區 2">
                <a:extLst>
                  <a:ext uri="{FF2B5EF4-FFF2-40B4-BE49-F238E27FC236}">
                    <a16:creationId xmlns:a16="http://schemas.microsoft.com/office/drawing/2014/main" id="{86F61B76-DBB1-F4EC-2D8F-4D3950EEA137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eaLnBrk="1" hangingPunct="1"/>
                <a:r>
                  <a:rPr lang="en-US" altLang="zh-TW" sz="2000" u="sng" dirty="0">
                    <a:ea typeface="新細明體" panose="02020500000000000000" pitchFamily="18" charset="-120"/>
                  </a:rPr>
                  <a:t>left-recursion</a:t>
                </a:r>
                <a:r>
                  <a:rPr lang="en-US" altLang="zh-TW" sz="2000" dirty="0">
                    <a:ea typeface="新細明體" panose="02020500000000000000" pitchFamily="18" charset="-120"/>
                  </a:rPr>
                  <a:t> (can cause a top-down parser to go into an infinite loop) </a:t>
                </a:r>
              </a:p>
              <a:p>
                <a:pPr lvl="1"/>
                <a:r>
                  <a:rPr lang="en-US" altLang="zh-TW" sz="2000" dirty="0">
                    <a:ea typeface="新細明體" panose="02020500000000000000" pitchFamily="18" charset="-120"/>
                  </a:rPr>
                  <a:t>Def. A grammar is said to be left-recursive if it has a nonterminal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</a:t>
                </a:r>
                <a:r>
                  <a:rPr lang="en-US" altLang="zh-TW" sz="2000" dirty="0" err="1">
                    <a:ea typeface="新細明體" panose="02020500000000000000" pitchFamily="18" charset="-120"/>
                  </a:rPr>
                  <a:t>s.t.</a:t>
                </a:r>
                <a:r>
                  <a:rPr lang="en-US" altLang="zh-TW" sz="2000" dirty="0">
                    <a:ea typeface="新細明體" panose="02020500000000000000" pitchFamily="18" charset="-120"/>
                  </a:rPr>
                  <a:t> there is a derivation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zh-TW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for some </a:t>
                </a:r>
                <a14:m>
                  <m:oMath xmlns:m="http://schemas.openxmlformats.org/officeDocument/2006/math">
                    <m:r>
                      <a:rPr lang="zh-TW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.</a:t>
                </a:r>
              </a:p>
              <a:p>
                <a:pPr lvl="1" eaLnBrk="1" hangingPunct="1"/>
                <a:endParaRPr lang="en-US" altLang="zh-TW" sz="2000" dirty="0">
                  <a:ea typeface="新細明體" panose="02020500000000000000" pitchFamily="18" charset="-120"/>
                </a:endParaRPr>
              </a:p>
              <a:p>
                <a:pPr eaLnBrk="1" hangingPunct="1"/>
                <a:r>
                  <a:rPr lang="en-US" altLang="zh-TW" sz="2000" u="sng" dirty="0">
                    <a:ea typeface="新細明體" panose="02020500000000000000" pitchFamily="18" charset="-120"/>
                  </a:rPr>
                  <a:t>backtracking</a:t>
                </a:r>
                <a:r>
                  <a:rPr lang="en-US" altLang="zh-TW" sz="2000" dirty="0">
                    <a:ea typeface="新細明體" panose="02020500000000000000" pitchFamily="18" charset="-120"/>
                  </a:rPr>
                  <a:t> - undo not only the movement but also the semantics entering in symbol table.</a:t>
                </a:r>
              </a:p>
              <a:p>
                <a:pPr eaLnBrk="1" hangingPunct="1"/>
                <a:endParaRPr lang="en-US" altLang="zh-TW" sz="2000" dirty="0">
                  <a:ea typeface="新細明體" panose="02020500000000000000" pitchFamily="18" charset="-120"/>
                </a:endParaRPr>
              </a:p>
              <a:p>
                <a:pPr eaLnBrk="1" hangingPunct="1"/>
                <a:r>
                  <a:rPr lang="en-US" altLang="zh-TW" sz="2000" dirty="0">
                    <a:ea typeface="新細明體" panose="02020500000000000000" pitchFamily="18" charset="-120"/>
                  </a:rPr>
                  <a:t>the order the alternatives are tried  (For the grammar shown above, try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𝑤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=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𝑐𝑎𝑏𝑑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is applied first)</a:t>
                </a:r>
                <a:endParaRPr lang="zh-TW" altLang="en-US" sz="2100" dirty="0">
                  <a:ea typeface="新細明體" panose="02020500000000000000" pitchFamily="18" charset="-120"/>
                </a:endParaRPr>
              </a:p>
            </p:txBody>
          </p:sp>
        </mc:Choice>
        <mc:Fallback xmlns="">
          <p:sp>
            <p:nvSpPr>
              <p:cNvPr id="14339" name="內容版面配置區 2">
                <a:extLst>
                  <a:ext uri="{FF2B5EF4-FFF2-40B4-BE49-F238E27FC236}">
                    <a16:creationId xmlns:a16="http://schemas.microsoft.com/office/drawing/2014/main" id="{86F61B76-DBB1-F4EC-2D8F-4D3950EEA1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" t="-1026" r="-5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40" name="投影片編號版面配置區 3">
            <a:extLst>
              <a:ext uri="{FF2B5EF4-FFF2-40B4-BE49-F238E27FC236}">
                <a16:creationId xmlns:a16="http://schemas.microsoft.com/office/drawing/2014/main" id="{32EAD394-F2CF-4C9C-8978-81C2180933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fld id="{962A1264-A7A0-4896-ADB8-B7BAAF650713}" type="slidenum">
              <a:rPr lang="en-US" altLang="zh-TW" smtClean="0">
                <a:solidFill>
                  <a:srgbClr val="898989"/>
                </a:solidFill>
              </a:rPr>
              <a:pPr/>
              <a:t>11</a:t>
            </a:fld>
            <a:endParaRPr lang="en-US" altLang="zh-TW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712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D54066-FCF7-63DD-5C93-A18C1BE1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LL(1) Predict Function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632452B-53A3-36A7-5F77-72BCA3CCA9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altLang="zh-TW" sz="2800" dirty="0"/>
                  <a:t>Given the productions</a:t>
                </a:r>
                <a:endParaRPr lang="en-US" altLang="zh-TW" dirty="0"/>
              </a:p>
              <a:p>
                <a:pPr lvl="1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dirty="0"/>
              </a:p>
              <a:p>
                <a:pPr lvl="1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sz="2400" i="1" dirty="0">
                  <a:latin typeface="Cambria Math" panose="02040503050406030204" pitchFamily="18" charset="0"/>
                </a:endParaRPr>
              </a:p>
              <a:p>
                <a:pPr lvl="1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3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altLang="zh-TW" sz="23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3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300" i="1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TW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3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3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TW" sz="2300" i="1" dirty="0">
                  <a:latin typeface="Cambria Math" panose="02040503050406030204" pitchFamily="18" charset="0"/>
                </a:endParaRPr>
              </a:p>
              <a:p>
                <a:r>
                  <a:rPr lang="en-US" altLang="zh-TW" sz="2800" dirty="0"/>
                  <a:t>During a (leftmost) derivation</a:t>
                </a:r>
              </a:p>
              <a:p>
                <a:pPr lvl="1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⋯⇒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zh-TW" sz="2400" b="1" i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or </a:t>
                </a:r>
              </a:p>
              <a:p>
                <a:pPr lvl="1">
                  <a:buFontTx/>
                  <a:buNone/>
                </a:pPr>
                <a:r>
                  <a:rPr lang="en-US" altLang="zh-TW" sz="2400" dirty="0">
                    <a:ea typeface="Cambria Math" panose="02040503050406030204" pitchFamily="18" charset="0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zh-TW" sz="2400" b="1" i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or</a:t>
                </a:r>
              </a:p>
              <a:p>
                <a:pPr lvl="1">
                  <a:buFontTx/>
                  <a:buNone/>
                </a:pPr>
                <a:r>
                  <a:rPr lang="en-US" altLang="zh-TW" sz="2400" b="1" i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zh-TW" sz="2400" b="1" i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        or</a:t>
                </a:r>
              </a:p>
              <a:p>
                <a:pPr lvl="1">
                  <a:buFontTx/>
                  <a:buNone/>
                </a:pPr>
                <a:r>
                  <a:rPr lang="en-US" altLang="zh-TW" sz="2400" b="1" i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zh-TW" sz="2400" b="1" i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endParaRPr lang="en-US" altLang="zh-TW" sz="2400" dirty="0">
                  <a:cs typeface="Times New Roman" panose="02020603050405020304" pitchFamily="18" charset="0"/>
                </a:endParaRPr>
              </a:p>
              <a:p>
                <a:r>
                  <a:rPr lang="en-US" altLang="zh-TW" sz="2800" dirty="0"/>
                  <a:t>Deciding which production to match</a:t>
                </a:r>
              </a:p>
              <a:p>
                <a:pPr lvl="1"/>
                <a:r>
                  <a:rPr lang="en-US" altLang="zh-TW" sz="2400" dirty="0"/>
                  <a:t>Using lookahead symbols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632452B-53A3-36A7-5F77-72BCA3CCA9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" t="-17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973ED9-7437-CAB5-9050-0E99BAF9C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31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C8C2EF-1E7C-5B56-8341-BE8223C5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LL(1) Predict Function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00D6AA7-DCBD-9A52-9D60-D497FC1928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en-US" altLang="zh-TW" dirty="0"/>
              </a:p>
              <a:p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Predict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b="0" i="0" smtClean="0">
                                      <a:latin typeface="Cambria Math" panose="02040503050406030204" pitchFamily="18" charset="0"/>
                                    </a:rPr>
                                    <m:t>First</m:t>
                                  </m:r>
                                  <m:d>
                                    <m:d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TW" alt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Follow</m:t>
                              </m:r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TW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zh-TW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First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First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,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dirty="0"/>
              </a:p>
              <a:p>
                <a:pPr>
                  <a:lnSpc>
                    <a:spcPct val="90000"/>
                  </a:lnSpc>
                </a:pPr>
                <a:r>
                  <a:rPr lang="en-US" altLang="zh-TW" dirty="0"/>
                  <a:t>The limitation of LL(1)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zh-TW" dirty="0"/>
                  <a:t>LL(1) contains exactly those grammars that have disjoint predict sets for productions that share a common left-hand side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00D6AA7-DCBD-9A52-9D60-D497FC1928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9D5C1F-89BF-15CA-EDE8-80A2FB45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13</a:t>
            </a:fld>
            <a:endParaRPr lang="en-US"/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BA6D73A5-FE57-8A8F-4980-235045E5D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919" y="2699857"/>
            <a:ext cx="3810000" cy="533400"/>
          </a:xfrm>
          <a:prstGeom prst="wedgeRectCallout">
            <a:avLst>
              <a:gd name="adj1" fmla="val -125"/>
              <a:gd name="adj2" fmla="val -16904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TW" dirty="0"/>
              <a:t>Single Symbol Lookahead</a:t>
            </a:r>
          </a:p>
        </p:txBody>
      </p:sp>
    </p:spTree>
    <p:extLst>
      <p:ext uri="{BB962C8B-B14F-4D97-AF65-F5344CB8AC3E}">
        <p14:creationId xmlns:p14="http://schemas.microsoft.com/office/powerpoint/2010/main" val="2091565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480C1B-3E06-C37A-8884-A1459AD03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3AD0F84-C9AE-D745-EFE2-3F7143C5FA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/>
                  <a:t>A grammar G is LL(1) if and only if whenever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dirty="0"/>
                  <a:t> are two distinct productions of G, the following conditions hold:</a:t>
                </a:r>
              </a:p>
              <a:p>
                <a:r>
                  <a:rPr lang="en-US" altLang="zh-TW" dirty="0"/>
                  <a:t>1. For no terminal </a:t>
                </a:r>
                <a14:m>
                  <m:oMath xmlns:m="http://schemas.openxmlformats.org/officeDocument/2006/math"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altLang="zh-TW" dirty="0"/>
                  <a:t> do both </a:t>
                </a:r>
                <a14:m>
                  <m:oMath xmlns:m="http://schemas.openxmlformats.org/officeDocument/2006/math">
                    <m:r>
                      <a:rPr lang="zh-TW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dirty="0"/>
                  <a:t> derive strings beginning with </a:t>
                </a:r>
                <a14:m>
                  <m:oMath xmlns:m="http://schemas.openxmlformats.org/officeDocument/2006/math"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altLang="zh-TW" dirty="0"/>
                  <a:t>.</a:t>
                </a:r>
              </a:p>
              <a:p>
                <a:r>
                  <a:rPr lang="en-US" altLang="zh-TW" dirty="0"/>
                  <a:t>2. At most one of </a:t>
                </a:r>
                <a14:m>
                  <m:oMath xmlns:m="http://schemas.openxmlformats.org/officeDocument/2006/math">
                    <m:r>
                      <a:rPr lang="zh-TW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dirty="0"/>
                  <a:t> can derive the empty string.</a:t>
                </a:r>
              </a:p>
              <a:p>
                <a:r>
                  <a:rPr lang="en-US" altLang="zh-TW" dirty="0"/>
                  <a:t>3. If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TW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altLang="zh-TW" dirty="0"/>
                  <a:t> then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dirty="0"/>
                  <a:t> does not derive any string beginning with a terminal in FOLLOW(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TW" dirty="0"/>
                  <a:t>). Likewise, if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TW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altLang="zh-TW" dirty="0"/>
                  <a:t> , then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dirty="0"/>
                  <a:t> does not derive any string beginning with a terminal in FOLLOW(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3AD0F84-C9AE-D745-EFE2-3F7143C5FA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0" t="-1026" r="-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71D6E6-1E64-9256-7F17-C36C85DDA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485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4A9F09-E2EF-BE79-7B21-43EB656C3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LL(1) Predict Function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5F7D7F-CF3F-BC83-4635-31E622BDB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15</a:t>
            </a:fld>
            <a:endParaRPr 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DA122E7-77BB-9CE8-C62E-AD1FF5C631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3364" y="2534807"/>
            <a:ext cx="9039497" cy="317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704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9DF6DD-F666-4862-BDBC-D966CFF9A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First set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F27C888-062C-B1B7-2F99-138E5B053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To 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i="0" dirty="0" smtClean="0">
                        <a:latin typeface="Cambria Math" panose="02040503050406030204" pitchFamily="18" charset="0"/>
                      </a:rPr>
                      <m:t>First</m:t>
                    </m:r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altLang="zh-TW" dirty="0"/>
                  <a:t> for all grammar symbols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dirty="0"/>
                  <a:t>, apply the following rules until no more terminals or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can be added to any First set.</a:t>
                </a:r>
              </a:p>
              <a:p>
                <a:pPr marL="457200" indent="-457200">
                  <a:buAutoNum type="arabicPeriod"/>
                </a:pPr>
                <a:r>
                  <a:rPr lang="en-US" altLang="zh-TW" dirty="0"/>
                  <a:t>If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dirty="0"/>
                  <a:t> is a terminal,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i="0" dirty="0" smtClean="0">
                        <a:latin typeface="Cambria Math" panose="02040503050406030204" pitchFamily="18" charset="0"/>
                      </a:rPr>
                      <m:t>First</m:t>
                    </m:r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altLang="zh-TW" dirty="0"/>
                  <a:t>.</a:t>
                </a:r>
              </a:p>
              <a:p>
                <a:pPr marL="457200" indent="-457200">
                  <a:buAutoNum type="arabicPeriod"/>
                </a:pPr>
                <a:r>
                  <a:rPr lang="en-US" altLang="zh-TW" dirty="0"/>
                  <a:t>If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dirty="0"/>
                  <a:t> in a nonterminal and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is a production for some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altLang="zh-TW" dirty="0"/>
                  <a:t>, then place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 panose="02040503050406030204" pitchFamily="18" charset="0"/>
                      </a:rPr>
                      <m:t>First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if for some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is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 panose="02040503050406030204" pitchFamily="18" charset="0"/>
                      </a:rPr>
                      <m:t>First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/>
                  <a:t>, and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is in all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 panose="02040503050406030204" pitchFamily="18" charset="0"/>
                      </a:rPr>
                      <m:t>First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…,</m:t>
                    </m:r>
                    <m:r>
                      <m:rPr>
                        <m:sty m:val="p"/>
                      </m:rPr>
                      <a:rPr lang="en-US" altLang="zh-TW" dirty="0">
                        <a:latin typeface="Cambria Math" panose="02040503050406030204" pitchFamily="18" charset="0"/>
                      </a:rPr>
                      <m:t>First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/>
                  <a:t>; that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⟹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TW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TW" dirty="0"/>
                  <a:t>. If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is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 panose="02040503050406030204" pitchFamily="18" charset="0"/>
                      </a:rPr>
                      <m:t>First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for all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=1, 2, …,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, then add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 panose="02040503050406030204" pitchFamily="18" charset="0"/>
                      </a:rPr>
                      <m:t>First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altLang="zh-TW" dirty="0"/>
                  <a:t>.</a:t>
                </a:r>
              </a:p>
              <a:p>
                <a:pPr marL="457200" indent="-457200">
                  <a:buAutoNum type="arabicPeriod"/>
                </a:pPr>
                <a:r>
                  <a:rPr lang="en-US" altLang="zh-TW" dirty="0"/>
                  <a:t>If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is a production, then add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 panose="02040503050406030204" pitchFamily="18" charset="0"/>
                      </a:rPr>
                      <m:t>First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F27C888-062C-B1B7-2F99-138E5B053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6" t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BB0D75-A9CB-223A-0722-25F8EF76C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7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標題 1">
            <a:extLst>
              <a:ext uri="{FF2B5EF4-FFF2-40B4-BE49-F238E27FC236}">
                <a16:creationId xmlns:a16="http://schemas.microsoft.com/office/drawing/2014/main" id="{2A9E303E-B0EC-509B-7EA4-CA65E52351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An Example</a:t>
            </a:r>
            <a:endParaRPr lang="zh-TW" altLang="en-US">
              <a:ea typeface="新細明體" panose="02020500000000000000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19" name="內容版面配置區 2">
                <a:extLst>
                  <a:ext uri="{FF2B5EF4-FFF2-40B4-BE49-F238E27FC236}">
                    <a16:creationId xmlns:a16="http://schemas.microsoft.com/office/drawing/2014/main" id="{5E4A9DA7-ACF3-A82E-5C8C-15E515530297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 eaLnBrk="1" hangingPunct="1"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𝐸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→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𝑇</m:t>
                    </m:r>
                    <m:sSup>
                      <m:sSup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</m:ctrlPr>
                      </m:sSup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𝐸</m:t>
                        </m:r>
                      </m:e>
                      <m:sup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′</m:t>
                        </m:r>
                      </m:sup>
                    </m:sSup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 </m:t>
                    </m:r>
                  </m:oMath>
                </a14:m>
                <a:endParaRPr lang="en-US" altLang="zh-TW" sz="2000" i="1" dirty="0">
                  <a:latin typeface="Cambria Math" panose="02040503050406030204" pitchFamily="18" charset="0"/>
                  <a:ea typeface="新細明體" panose="02020500000000000000" pitchFamily="18" charset="-120"/>
                </a:endParaRPr>
              </a:p>
              <a:p>
                <a:pPr algn="just"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𝐸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′ → +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𝑇𝐸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′| </m:t>
                      </m:r>
                      <m:r>
                        <a:rPr lang="zh-TW" altLang="en-US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  <a:sym typeface="Symbol" panose="05050102010706020507" pitchFamily="18" charset="2"/>
                        </a:rPr>
                        <m:t>𝜆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  </m:t>
                      </m:r>
                    </m:oMath>
                  </m:oMathPara>
                </a14:m>
                <a:endParaRPr lang="en-US" altLang="zh-TW" sz="2000" i="1" dirty="0">
                  <a:latin typeface="Cambria Math" panose="02040503050406030204" pitchFamily="18" charset="0"/>
                  <a:ea typeface="新細明體" panose="02020500000000000000" pitchFamily="18" charset="-120"/>
                </a:endParaRPr>
              </a:p>
              <a:p>
                <a:pPr algn="just"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𝑇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→ 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𝐹</m:t>
                      </m:r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新細明體" panose="02020500000000000000" pitchFamily="18" charset="-120"/>
                            </a:rPr>
                          </m:ctrlPr>
                        </m:sSupPr>
                        <m:e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新細明體" panose="02020500000000000000" pitchFamily="18" charset="-120"/>
                            </a:rPr>
                            <m:t>𝑇</m:t>
                          </m:r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新細明體" panose="02020500000000000000" pitchFamily="18" charset="-120"/>
                            </a:rPr>
                            <m:t>′</m:t>
                          </m:r>
                        </m:sup>
                      </m:sSup>
                      <m:r>
                        <a:rPr lang="en-US" altLang="zh-TW" sz="2000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 </m:t>
                      </m:r>
                    </m:oMath>
                  </m:oMathPara>
                </a14:m>
                <a:endParaRPr lang="en-US" altLang="zh-TW" sz="2000" i="1" dirty="0">
                  <a:latin typeface="Cambria Math" panose="02040503050406030204" pitchFamily="18" charset="0"/>
                  <a:ea typeface="新細明體" panose="02020500000000000000" pitchFamily="18" charset="-120"/>
                </a:endParaRPr>
              </a:p>
              <a:p>
                <a:pPr algn="just"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𝑇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′ → ∗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𝐹𝑇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‘ | </m:t>
                      </m:r>
                      <m:r>
                        <a:rPr lang="zh-TW" altLang="en-US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  <a:sym typeface="Symbol" panose="05050102010706020507" pitchFamily="18" charset="2"/>
                        </a:rPr>
                        <m:t>𝜆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</m:t>
                      </m:r>
                    </m:oMath>
                  </m:oMathPara>
                </a14:m>
                <a:endParaRPr lang="en-US" altLang="zh-TW" sz="2000" dirty="0">
                  <a:ea typeface="新細明體" panose="02020500000000000000" pitchFamily="18" charset="-120"/>
                </a:endParaRPr>
              </a:p>
              <a:p>
                <a:pPr algn="just"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𝐹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→ (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𝐸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) |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𝑖𝑑</m:t>
                      </m:r>
                    </m:oMath>
                  </m:oMathPara>
                </a14:m>
                <a:endParaRPr lang="en-US" altLang="zh-TW" sz="2000" dirty="0">
                  <a:ea typeface="新細明體" panose="02020500000000000000" pitchFamily="18" charset="-120"/>
                </a:endParaRPr>
              </a:p>
              <a:p>
                <a:pPr algn="just"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</m:t>
                      </m:r>
                    </m:oMath>
                  </m:oMathPara>
                </a14:m>
                <a:endParaRPr lang="en-US" altLang="zh-TW" sz="2000" dirty="0">
                  <a:ea typeface="新細明體" panose="02020500000000000000" pitchFamily="18" charset="-120"/>
                </a:endParaRPr>
              </a:p>
              <a:p>
                <a:pPr algn="just"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𝐹𝑖𝑟𝑠𝑡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(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𝐸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) =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𝐹𝑖𝑟𝑠𝑡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(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𝑇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) =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𝐹𝑖𝑟𝑠𝑡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(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𝐹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) = {(,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𝑖𝑑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}    </m:t>
                      </m:r>
                    </m:oMath>
                  </m:oMathPara>
                </a14:m>
                <a:endParaRPr lang="en-US" altLang="zh-TW" sz="2000" dirty="0">
                  <a:ea typeface="新細明體" panose="02020500000000000000" pitchFamily="18" charset="-120"/>
                </a:endParaRPr>
              </a:p>
              <a:p>
                <a:pPr algn="just"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𝐹𝑖𝑟𝑠𝑡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(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𝐸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′) = {+, </m:t>
                      </m:r>
                      <m:r>
                        <a:rPr lang="zh-TW" altLang="en-US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  <a:sym typeface="Symbol" panose="05050102010706020507" pitchFamily="18" charset="2"/>
                        </a:rPr>
                        <m:t>𝜆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} </m:t>
                      </m:r>
                    </m:oMath>
                  </m:oMathPara>
                </a14:m>
                <a:endParaRPr lang="en-US" altLang="zh-TW" sz="2000" dirty="0">
                  <a:ea typeface="新細明體" panose="02020500000000000000" pitchFamily="18" charset="-120"/>
                </a:endParaRPr>
              </a:p>
              <a:p>
                <a:pPr algn="just"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𝐹𝑖𝑟𝑠𝑡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(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𝑇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′) = {∗, </m:t>
                      </m:r>
                      <m:r>
                        <a:rPr lang="zh-TW" altLang="en-US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  <a:sym typeface="Symbol" panose="05050102010706020507" pitchFamily="18" charset="2"/>
                        </a:rPr>
                        <m:t>𝜆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}</m:t>
                      </m:r>
                    </m:oMath>
                  </m:oMathPara>
                </a14:m>
                <a:endParaRPr lang="en-US" altLang="zh-TW" sz="2000" dirty="0">
                  <a:ea typeface="新細明體" panose="02020500000000000000" pitchFamily="18" charset="-120"/>
                </a:endParaRPr>
              </a:p>
            </p:txBody>
          </p:sp>
        </mc:Choice>
        <mc:Fallback xmlns="">
          <p:sp>
            <p:nvSpPr>
              <p:cNvPr id="34819" name="內容版面配置區 2">
                <a:extLst>
                  <a:ext uri="{FF2B5EF4-FFF2-40B4-BE49-F238E27FC236}">
                    <a16:creationId xmlns:a16="http://schemas.microsoft.com/office/drawing/2014/main" id="{5E4A9DA7-ACF3-A82E-5C8C-15E5155302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20" name="投影片編號版面配置區 3">
            <a:extLst>
              <a:ext uri="{FF2B5EF4-FFF2-40B4-BE49-F238E27FC236}">
                <a16:creationId xmlns:a16="http://schemas.microsoft.com/office/drawing/2014/main" id="{96887503-A1C2-15FE-DF22-0331C9C24A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fld id="{4593F6D9-9EA6-4967-B710-B7279FECEB81}" type="slidenum">
              <a:rPr lang="en-US" altLang="zh-TW" smtClean="0">
                <a:solidFill>
                  <a:srgbClr val="898989"/>
                </a:solidFill>
              </a:rPr>
              <a:pPr/>
              <a:t>17</a:t>
            </a:fld>
            <a:endParaRPr lang="en-US" altLang="zh-TW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682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投影片編號版面配置區 1">
            <a:extLst>
              <a:ext uri="{FF2B5EF4-FFF2-40B4-BE49-F238E27FC236}">
                <a16:creationId xmlns:a16="http://schemas.microsoft.com/office/drawing/2014/main" id="{5A9AF29F-E431-1FF7-9D97-D51B9B46DA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fld id="{46B46166-72DF-4CA1-BAEF-7F9724D12CC1}" type="slidenum">
              <a:rPr lang="en-US" altLang="zh-TW" smtClean="0">
                <a:solidFill>
                  <a:srgbClr val="898989"/>
                </a:solidFill>
              </a:rPr>
              <a:pPr/>
              <a:t>18</a:t>
            </a:fld>
            <a:endParaRPr lang="en-US" altLang="zh-TW">
              <a:solidFill>
                <a:srgbClr val="898989"/>
              </a:solidFill>
            </a:endParaRPr>
          </a:p>
        </p:txBody>
      </p:sp>
      <p:pic>
        <p:nvPicPr>
          <p:cNvPr id="35843" name="圖片 3">
            <a:extLst>
              <a:ext uri="{FF2B5EF4-FFF2-40B4-BE49-F238E27FC236}">
                <a16:creationId xmlns:a16="http://schemas.microsoft.com/office/drawing/2014/main" id="{F226BE9D-11BE-6F5C-C495-E79E8AB50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382588"/>
            <a:ext cx="8412163" cy="624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圖片 5">
            <a:extLst>
              <a:ext uri="{FF2B5EF4-FFF2-40B4-BE49-F238E27FC236}">
                <a16:creationId xmlns:a16="http://schemas.microsoft.com/office/drawing/2014/main" id="{2D4B2CE8-B739-A4C5-13F0-8B756E437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63" y="4198938"/>
            <a:ext cx="4330700" cy="221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1118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1E32AC-2994-1798-D5C8-C1E62B35A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Follow set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BDB4B33-C45E-0E7C-2F8A-B9D239FC71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To 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dirty="0" smtClean="0">
                        <a:latin typeface="Cambria Math" panose="02040503050406030204" pitchFamily="18" charset="0"/>
                      </a:rPr>
                      <m:t>Follow</m:t>
                    </m:r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altLang="zh-TW" dirty="0"/>
                  <a:t> for all nonterminals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TW" dirty="0"/>
                  <a:t>, apply the following rules until nothing can be added to any Follow set.</a:t>
                </a:r>
              </a:p>
              <a:p>
                <a:pPr marL="457200" indent="-457200">
                  <a:buAutoNum type="arabicPeriod"/>
                </a:pPr>
                <a:r>
                  <a:rPr lang="en-US" altLang="zh-TW" dirty="0"/>
                  <a:t>Place </a:t>
                </a:r>
                <a14:m>
                  <m:oMath xmlns:m="http://schemas.openxmlformats.org/officeDocument/2006/math"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TW" dirty="0"/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 panose="02040503050406030204" pitchFamily="18" charset="0"/>
                      </a:rPr>
                      <m:t>Follow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altLang="zh-TW" dirty="0"/>
                  <a:t>, where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TW" dirty="0"/>
                  <a:t> is the start symbol.</a:t>
                </a:r>
              </a:p>
              <a:p>
                <a:pPr marL="457200" indent="-457200">
                  <a:buAutoNum type="arabicPeriod"/>
                </a:pPr>
                <a:r>
                  <a:rPr lang="en-US" altLang="zh-TW" dirty="0"/>
                  <a:t>If there is a production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dirty="0"/>
                  <a:t>, then everything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First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en-US" altLang="zh-TW" dirty="0"/>
                  <a:t> except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TW" dirty="0"/>
                  <a:t> is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 panose="02040503050406030204" pitchFamily="18" charset="0"/>
                      </a:rPr>
                      <m:t>Follow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altLang="zh-TW" dirty="0"/>
                  <a:t>.</a:t>
                </a:r>
              </a:p>
              <a:p>
                <a:pPr marL="457200" indent="-457200">
                  <a:buAutoNum type="arabicPeriod"/>
                </a:pPr>
                <a:r>
                  <a:rPr lang="en-US" altLang="zh-TW" dirty="0"/>
                  <a:t>If there is a production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TW" dirty="0"/>
                  <a:t>, or a production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TW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zh-TW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dirty="0"/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First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en-US" altLang="zh-TW" dirty="0"/>
                  <a:t> contains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TW" dirty="0"/>
                  <a:t>, then everything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 panose="02040503050406030204" pitchFamily="18" charset="0"/>
                      </a:rPr>
                      <m:t>Follow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altLang="zh-TW" dirty="0"/>
                  <a:t> is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 panose="02040503050406030204" pitchFamily="18" charset="0"/>
                      </a:rPr>
                      <m:t>Follow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altLang="zh-TW" dirty="0"/>
                  <a:t>.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BDB4B33-C45E-0E7C-2F8A-B9D239FC71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6" t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C0826F-6F77-454B-F2B0-25CD6C7FC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11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標題 1">
            <a:extLst>
              <a:ext uri="{FF2B5EF4-FFF2-40B4-BE49-F238E27FC236}">
                <a16:creationId xmlns:a16="http://schemas.microsoft.com/office/drawing/2014/main" id="{A2DF7171-B0E1-5826-2C7F-02316C4813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An Example</a:t>
            </a:r>
            <a:endParaRPr lang="zh-TW" altLang="en-US">
              <a:ea typeface="新細明體" panose="02020500000000000000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91" name="內容版面配置區 2">
                <a:extLst>
                  <a:ext uri="{FF2B5EF4-FFF2-40B4-BE49-F238E27FC236}">
                    <a16:creationId xmlns:a16="http://schemas.microsoft.com/office/drawing/2014/main" id="{9EA80C11-5C49-CE28-9273-5EA61A112A0B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262688" y="1295400"/>
                <a:ext cx="4540250" cy="2349500"/>
              </a:xfrm>
            </p:spPr>
            <p:txBody>
              <a:bodyPr>
                <a:normAutofit fontScale="92500"/>
              </a:bodyPr>
              <a:lstStyle/>
              <a:p>
                <a:pPr algn="just" eaLnBrk="1" hangingPunct="1">
                  <a:buFont typeface="Wingdings" panose="05000000000000000000" pitchFamily="2" charset="2"/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i="0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Follow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𝐸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) = {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, )}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         // rules </a:t>
                </a:r>
                <a:r>
                  <a:rPr lang="en-US" altLang="zh-TW" sz="2000" dirty="0">
                    <a:solidFill>
                      <a:srgbClr val="CC3300"/>
                    </a:solidFill>
                    <a:ea typeface="新細明體" panose="02020500000000000000" pitchFamily="18" charset="-120"/>
                  </a:rPr>
                  <a:t>1</a:t>
                </a:r>
                <a:r>
                  <a:rPr lang="en-US" altLang="zh-TW" sz="2000" dirty="0">
                    <a:ea typeface="新細明體" panose="02020500000000000000" pitchFamily="18" charset="-120"/>
                  </a:rPr>
                  <a:t> &amp; </a:t>
                </a:r>
                <a:r>
                  <a:rPr lang="en-US" altLang="zh-TW" sz="2000" dirty="0">
                    <a:solidFill>
                      <a:srgbClr val="003300"/>
                    </a:solidFill>
                    <a:ea typeface="新細明體" panose="02020500000000000000" pitchFamily="18" charset="-120"/>
                  </a:rPr>
                  <a:t>2</a:t>
                </a:r>
              </a:p>
              <a:p>
                <a:pPr algn="just" eaLnBrk="1" hangingPunct="1">
                  <a:buFont typeface="Wingdings" panose="05000000000000000000" pitchFamily="2" charset="2"/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i="0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Follow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𝐸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′) = {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, )}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        // rule 3</a:t>
                </a:r>
              </a:p>
              <a:p>
                <a:pPr algn="just" eaLnBrk="1" hangingPunct="1">
                  <a:buFont typeface="Wingdings" panose="05000000000000000000" pitchFamily="2" charset="2"/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i="0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Follow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𝑇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) = { +, 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, )}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      // rules</a:t>
                </a:r>
                <a:r>
                  <a:rPr lang="en-US" altLang="zh-TW" sz="2000" dirty="0">
                    <a:solidFill>
                      <a:srgbClr val="CC3300"/>
                    </a:solidFill>
                    <a:ea typeface="新細明體" panose="02020500000000000000" pitchFamily="18" charset="-120"/>
                  </a:rPr>
                  <a:t> 2</a:t>
                </a:r>
                <a:r>
                  <a:rPr lang="en-US" altLang="zh-TW" sz="2000" dirty="0">
                    <a:ea typeface="新細明體" panose="02020500000000000000" pitchFamily="18" charset="-120"/>
                  </a:rPr>
                  <a:t> &amp; 3</a:t>
                </a:r>
              </a:p>
              <a:p>
                <a:pPr algn="just" eaLnBrk="1" hangingPunct="1">
                  <a:buFont typeface="Wingdings" panose="05000000000000000000" pitchFamily="2" charset="2"/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i="0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Follow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𝑇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′) = { +, 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, )}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     // rule 3</a:t>
                </a:r>
              </a:p>
              <a:p>
                <a:pPr algn="just" eaLnBrk="1" hangingPunct="1">
                  <a:buFont typeface="Wingdings" panose="05000000000000000000" pitchFamily="2" charset="2"/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i="0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Follow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𝐹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) = { ∗, +, 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, )}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   // rules </a:t>
                </a:r>
                <a:r>
                  <a:rPr lang="en-US" altLang="zh-TW" sz="2000" dirty="0">
                    <a:solidFill>
                      <a:srgbClr val="CC3300"/>
                    </a:solidFill>
                    <a:ea typeface="新細明體" panose="02020500000000000000" pitchFamily="18" charset="-120"/>
                  </a:rPr>
                  <a:t>2</a:t>
                </a:r>
                <a:r>
                  <a:rPr lang="en-US" altLang="zh-TW" sz="2000" dirty="0">
                    <a:ea typeface="新細明體" panose="02020500000000000000" pitchFamily="18" charset="-120"/>
                  </a:rPr>
                  <a:t> &amp; 3</a:t>
                </a:r>
              </a:p>
            </p:txBody>
          </p:sp>
        </mc:Choice>
        <mc:Fallback xmlns="">
          <p:sp>
            <p:nvSpPr>
              <p:cNvPr id="37891" name="內容版面配置區 2">
                <a:extLst>
                  <a:ext uri="{FF2B5EF4-FFF2-40B4-BE49-F238E27FC236}">
                    <a16:creationId xmlns:a16="http://schemas.microsoft.com/office/drawing/2014/main" id="{9EA80C11-5C49-CE28-9273-5EA61A112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62688" y="1295400"/>
                <a:ext cx="4540250" cy="2349500"/>
              </a:xfrm>
              <a:blipFill>
                <a:blip r:embed="rId2"/>
                <a:stretch>
                  <a:fillRect t="-1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892" name="投影片編號版面配置區 3">
            <a:extLst>
              <a:ext uri="{FF2B5EF4-FFF2-40B4-BE49-F238E27FC236}">
                <a16:creationId xmlns:a16="http://schemas.microsoft.com/office/drawing/2014/main" id="{7CC55AA6-4D82-FEC1-92B3-84FD451F9F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fld id="{4E944F00-49CA-411B-85D6-938D654EA99F}" type="slidenum">
              <a:rPr lang="en-US" altLang="zh-TW" smtClean="0">
                <a:solidFill>
                  <a:srgbClr val="898989"/>
                </a:solidFill>
              </a:rPr>
              <a:pPr/>
              <a:t>20</a:t>
            </a:fld>
            <a:endParaRPr lang="en-US" altLang="zh-TW">
              <a:solidFill>
                <a:srgbClr val="89898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93" name="Rectangle 5">
                <a:extLst>
                  <a:ext uri="{FF2B5EF4-FFF2-40B4-BE49-F238E27FC236}">
                    <a16:creationId xmlns:a16="http://schemas.microsoft.com/office/drawing/2014/main" id="{75F1D7AC-D4A5-D9C6-71A0-659D803C3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0" y="4508500"/>
                <a:ext cx="5447251" cy="11525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>
                  <a:defRPr>
                    <a:solidFill>
                      <a:schemeClr val="tx1"/>
                    </a:solidFill>
                    <a:latin typeface="Grandview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randview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randview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randview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randview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randview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randview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randview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randview" pitchFamily="34" charset="0"/>
                  </a:defRPr>
                </a:lvl9pPr>
              </a:lstStyle>
              <a:p>
                <a:pPr algn="just" eaLnBrk="1" hangingPunct="1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kumimoji="1" lang="en-US" altLang="zh-TW" sz="2000" dirty="0">
                    <a:solidFill>
                      <a:schemeClr val="tx2"/>
                    </a:solidFill>
                    <a:ea typeface="新細明體" panose="02020500000000000000" pitchFamily="18" charset="-120"/>
                  </a:rPr>
                  <a:t>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TW" sz="200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First</m:t>
                    </m:r>
                    <m:r>
                      <a:rPr kumimoji="1" lang="en-US" altLang="zh-TW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(</m:t>
                    </m:r>
                    <m:r>
                      <a:rPr kumimoji="1" lang="en-US" altLang="zh-TW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𝐸</m:t>
                    </m:r>
                    <m:r>
                      <a:rPr kumimoji="1" lang="en-US" altLang="zh-TW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) = </m:t>
                    </m:r>
                    <m:r>
                      <m:rPr>
                        <m:sty m:val="p"/>
                      </m:rPr>
                      <a:rPr kumimoji="1" lang="en-US" altLang="zh-TW" sz="200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First</m:t>
                    </m:r>
                    <m:r>
                      <a:rPr kumimoji="1" lang="en-US" altLang="zh-TW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(</m:t>
                    </m:r>
                    <m:r>
                      <a:rPr kumimoji="1" lang="en-US" altLang="zh-TW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𝑇</m:t>
                    </m:r>
                    <m:r>
                      <a:rPr kumimoji="1" lang="en-US" altLang="zh-TW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) = </m:t>
                    </m:r>
                    <m:r>
                      <m:rPr>
                        <m:sty m:val="p"/>
                      </m:rPr>
                      <a:rPr kumimoji="1" lang="en-US" altLang="zh-TW" sz="200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First</m:t>
                    </m:r>
                    <m:r>
                      <a:rPr kumimoji="1" lang="en-US" altLang="zh-TW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(</m:t>
                    </m:r>
                    <m:r>
                      <a:rPr kumimoji="1" lang="en-US" altLang="zh-TW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𝐹</m:t>
                    </m:r>
                    <m:r>
                      <a:rPr kumimoji="1" lang="en-US" altLang="zh-TW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) = {(, </m:t>
                    </m:r>
                    <m:r>
                      <a:rPr kumimoji="1" lang="en-US" altLang="zh-TW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𝑖𝑑</m:t>
                    </m:r>
                    <m:r>
                      <a:rPr kumimoji="1" lang="en-US" altLang="zh-TW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}    </m:t>
                    </m:r>
                  </m:oMath>
                </a14:m>
                <a:endParaRPr kumimoji="1" lang="en-US" altLang="zh-TW" sz="2000" dirty="0">
                  <a:solidFill>
                    <a:schemeClr val="tx2"/>
                  </a:solidFill>
                  <a:latin typeface="Arial" panose="020B0604020202020204" pitchFamily="34" charset="0"/>
                  <a:ea typeface="新細明體" panose="02020500000000000000" pitchFamily="18" charset="-120"/>
                </a:endParaRPr>
              </a:p>
              <a:p>
                <a:pPr algn="just" eaLnBrk="1" hangingPunct="1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TW" sz="2000" i="0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First</m:t>
                      </m:r>
                      <m:r>
                        <a:rPr kumimoji="1" lang="en-US" altLang="zh-TW" sz="20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(</m:t>
                      </m:r>
                      <m:r>
                        <a:rPr kumimoji="1" lang="en-US" altLang="zh-TW" sz="20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𝐸</m:t>
                      </m:r>
                      <m:r>
                        <a:rPr kumimoji="1" lang="en-US" altLang="zh-TW" sz="20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′) = {+, </m:t>
                      </m:r>
                      <m:r>
                        <a:rPr lang="zh-TW" altLang="en-US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kumimoji="1" lang="en-US" altLang="zh-TW" sz="20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} </m:t>
                      </m:r>
                    </m:oMath>
                  </m:oMathPara>
                </a14:m>
                <a:endParaRPr kumimoji="1" lang="en-US" altLang="zh-TW" sz="2000" dirty="0">
                  <a:solidFill>
                    <a:schemeClr val="tx2"/>
                  </a:solidFill>
                  <a:latin typeface="Arial" panose="020B0604020202020204" pitchFamily="34" charset="0"/>
                  <a:ea typeface="新細明體" panose="02020500000000000000" pitchFamily="18" charset="-120"/>
                </a:endParaRPr>
              </a:p>
              <a:p>
                <a:pPr algn="just" eaLnBrk="1" hangingPunct="1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TW" sz="2000" i="0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First</m:t>
                      </m:r>
                      <m:r>
                        <a:rPr kumimoji="1" lang="en-US" altLang="zh-TW" sz="20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(</m:t>
                      </m:r>
                      <m:r>
                        <a:rPr kumimoji="1" lang="en-US" altLang="zh-TW" sz="20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𝑇</m:t>
                      </m:r>
                      <m:r>
                        <a:rPr kumimoji="1" lang="en-US" altLang="zh-TW" sz="20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′) = {∗, </m:t>
                      </m:r>
                      <m:r>
                        <a:rPr lang="zh-TW" altLang="en-US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kumimoji="1" lang="en-US" altLang="zh-TW" sz="20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}</m:t>
                      </m:r>
                    </m:oMath>
                  </m:oMathPara>
                </a14:m>
                <a:endParaRPr kumimoji="1" lang="en-US" altLang="zh-TW" sz="2000" dirty="0">
                  <a:solidFill>
                    <a:schemeClr val="tx2"/>
                  </a:solidFill>
                  <a:latin typeface="Arial" panose="020B0604020202020204" pitchFamily="34" charset="0"/>
                  <a:ea typeface="新細明體" panose="02020500000000000000" pitchFamily="18" charset="-120"/>
                </a:endParaRPr>
              </a:p>
              <a:p>
                <a:pPr eaLnBrk="1" hangingPunct="1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</a:pPr>
                <a:endParaRPr kumimoji="1" lang="en-US" altLang="zh-TW" sz="2000" dirty="0">
                  <a:solidFill>
                    <a:schemeClr val="tx2"/>
                  </a:solidFill>
                  <a:latin typeface="Arial" panose="020B0604020202020204" pitchFamily="34" charset="0"/>
                  <a:ea typeface="新細明體" panose="02020500000000000000" pitchFamily="18" charset="-120"/>
                </a:endParaRPr>
              </a:p>
            </p:txBody>
          </p:sp>
        </mc:Choice>
        <mc:Fallback xmlns="">
          <p:sp>
            <p:nvSpPr>
              <p:cNvPr id="37893" name="Rectangle 5">
                <a:extLst>
                  <a:ext uri="{FF2B5EF4-FFF2-40B4-BE49-F238E27FC236}">
                    <a16:creationId xmlns:a16="http://schemas.microsoft.com/office/drawing/2014/main" id="{75F1D7AC-D4A5-D9C6-71A0-659D803C3B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0" y="4508500"/>
                <a:ext cx="5447251" cy="11525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894" name="文字方塊 6">
                <a:extLst>
                  <a:ext uri="{FF2B5EF4-FFF2-40B4-BE49-F238E27FC236}">
                    <a16:creationId xmlns:a16="http://schemas.microsoft.com/office/drawing/2014/main" id="{30C4AFFA-98F5-3008-2674-C28EA7794B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7125" y="2838450"/>
                <a:ext cx="3749675" cy="27084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Grandview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randview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randview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randview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randview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randview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randview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randview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randview" pitchFamily="34" charset="0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5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𝐸</m:t>
                      </m:r>
                      <m:r>
                        <a:rPr lang="en-US" altLang="zh-TW" sz="25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→ </m:t>
                      </m:r>
                      <m:r>
                        <a:rPr lang="en-US" altLang="zh-TW" sz="25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𝑇𝐸</m:t>
                      </m:r>
                      <m:r>
                        <a:rPr lang="en-US" altLang="zh-TW" sz="25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’   </m:t>
                      </m:r>
                    </m:oMath>
                  </m:oMathPara>
                </a14:m>
                <a:endParaRPr lang="en-US" altLang="zh-TW" sz="2500" dirty="0">
                  <a:solidFill>
                    <a:schemeClr val="tx2"/>
                  </a:solidFill>
                  <a:ea typeface="新細明體" panose="02020500000000000000" pitchFamily="18" charset="-120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5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𝐸</m:t>
                      </m:r>
                      <m:r>
                        <a:rPr lang="en-US" altLang="zh-TW" sz="25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′→ +</m:t>
                      </m:r>
                      <m:r>
                        <a:rPr lang="en-US" altLang="zh-TW" sz="25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𝑇𝐸</m:t>
                      </m:r>
                      <m:r>
                        <a:rPr lang="en-US" altLang="zh-TW" sz="25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′|</m:t>
                      </m:r>
                      <m:r>
                        <a:rPr lang="zh-TW" altLang="en-US" sz="25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𝜆</m:t>
                      </m:r>
                    </m:oMath>
                  </m:oMathPara>
                </a14:m>
                <a:endParaRPr lang="en-US" altLang="zh-TW" sz="2500" dirty="0">
                  <a:solidFill>
                    <a:schemeClr val="tx2"/>
                  </a:solidFill>
                  <a:ea typeface="新細明體" panose="02020500000000000000" pitchFamily="18" charset="-120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5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𝑇</m:t>
                      </m:r>
                      <m:r>
                        <a:rPr lang="en-US" altLang="zh-TW" sz="25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→ </m:t>
                      </m:r>
                      <m:r>
                        <a:rPr lang="en-US" altLang="zh-TW" sz="25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𝐹𝑇</m:t>
                      </m:r>
                      <m:r>
                        <a:rPr lang="en-US" altLang="zh-TW" sz="25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’   </m:t>
                      </m:r>
                    </m:oMath>
                  </m:oMathPara>
                </a14:m>
                <a:endParaRPr lang="en-US" altLang="zh-TW" sz="2500" dirty="0">
                  <a:solidFill>
                    <a:schemeClr val="tx2"/>
                  </a:solidFill>
                  <a:ea typeface="新細明體" panose="02020500000000000000" pitchFamily="18" charset="-120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5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𝑇</m:t>
                      </m:r>
                      <m:r>
                        <a:rPr lang="en-US" altLang="zh-TW" sz="25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′→ ∗</m:t>
                      </m:r>
                      <m:r>
                        <a:rPr lang="en-US" altLang="zh-TW" sz="25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𝐹𝑇</m:t>
                      </m:r>
                      <m:r>
                        <a:rPr lang="en-US" altLang="zh-TW" sz="25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′ |</m:t>
                      </m:r>
                      <m:r>
                        <a:rPr lang="zh-TW" altLang="en-US" sz="25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𝜆</m:t>
                      </m:r>
                    </m:oMath>
                  </m:oMathPara>
                </a14:m>
                <a:endParaRPr lang="en-US" altLang="zh-TW" sz="2500" dirty="0">
                  <a:solidFill>
                    <a:schemeClr val="tx2"/>
                  </a:solidFill>
                  <a:ea typeface="新細明體" panose="02020500000000000000" pitchFamily="18" charset="-120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5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𝐹</m:t>
                      </m:r>
                      <m:r>
                        <a:rPr lang="en-US" altLang="zh-TW" sz="25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→ (</m:t>
                      </m:r>
                      <m:r>
                        <a:rPr lang="en-US" altLang="zh-TW" sz="25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𝐸</m:t>
                      </m:r>
                      <m:r>
                        <a:rPr lang="en-US" altLang="zh-TW" sz="25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) | </m:t>
                      </m:r>
                      <m:r>
                        <a:rPr lang="en-US" altLang="zh-TW" sz="25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𝑖𝑑</m:t>
                      </m:r>
                      <m:r>
                        <a:rPr lang="en-US" altLang="zh-TW" sz="25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   </m:t>
                      </m:r>
                    </m:oMath>
                  </m:oMathPara>
                </a14:m>
                <a:endParaRPr lang="en-US" altLang="zh-TW" sz="2500" dirty="0">
                  <a:solidFill>
                    <a:schemeClr val="tx2"/>
                  </a:solidFill>
                  <a:ea typeface="新細明體" panose="02020500000000000000" pitchFamily="18" charset="-120"/>
                </a:endParaRPr>
              </a:p>
              <a:p>
                <a:pPr algn="just">
                  <a:buFont typeface="Wingdings" panose="05000000000000000000" pitchFamily="2" charset="2"/>
                  <a:buNone/>
                </a:pPr>
                <a:endParaRPr lang="en-US" altLang="zh-TW" sz="2500" dirty="0">
                  <a:solidFill>
                    <a:schemeClr val="tx2"/>
                  </a:solidFill>
                  <a:ea typeface="新細明體" panose="02020500000000000000" pitchFamily="18" charset="-120"/>
                </a:endParaRPr>
              </a:p>
              <a:p>
                <a:pPr algn="just"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solidFill>
                      <a:schemeClr val="tx2"/>
                    </a:solidFill>
                    <a:ea typeface="新細明體" panose="02020500000000000000" pitchFamily="18" charset="-120"/>
                  </a:rPr>
                  <a:t>/*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𝐸</m:t>
                    </m:r>
                  </m:oMath>
                </a14:m>
                <a:r>
                  <a:rPr lang="en-US" altLang="zh-TW" sz="2000" dirty="0">
                    <a:solidFill>
                      <a:schemeClr val="tx2"/>
                    </a:solidFill>
                    <a:ea typeface="新細明體" panose="02020500000000000000" pitchFamily="18" charset="-120"/>
                  </a:rPr>
                  <a:t> is the start symbol */</a:t>
                </a:r>
              </a:p>
            </p:txBody>
          </p:sp>
        </mc:Choice>
        <mc:Fallback xmlns="">
          <p:sp>
            <p:nvSpPr>
              <p:cNvPr id="37894" name="文字方塊 6">
                <a:extLst>
                  <a:ext uri="{FF2B5EF4-FFF2-40B4-BE49-F238E27FC236}">
                    <a16:creationId xmlns:a16="http://schemas.microsoft.com/office/drawing/2014/main" id="{30C4AFFA-98F5-3008-2674-C28EA7794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7125" y="2838450"/>
                <a:ext cx="3749675" cy="2708434"/>
              </a:xfrm>
              <a:prstGeom prst="rect">
                <a:avLst/>
              </a:prstGeom>
              <a:blipFill>
                <a:blip r:embed="rId4"/>
                <a:stretch>
                  <a:fillRect l="-1789" b="-315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9915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992B8D-94CF-6C38-C332-BF91D779A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LL(1) Predict Function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4685475-DAC2-FAE2-6EF6-938FF4F7BF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/>
                  <a:t>A grammar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TW" dirty="0"/>
                  <a:t> is LL(1) if and only if whenever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are two distinct productions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TW" dirty="0"/>
                  <a:t>, the following conditions hold:</a:t>
                </a:r>
              </a:p>
              <a:p>
                <a:pPr marL="457200" indent="-457200">
                  <a:buAutoNum type="arabicPeriod"/>
                </a:pPr>
                <a:r>
                  <a:rPr lang="en-US" altLang="zh-TW" dirty="0"/>
                  <a:t>For no terminal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do both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derive strings beginning with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TW" dirty="0"/>
                  <a:t>.</a:t>
                </a:r>
                <a:br>
                  <a:rPr lang="en-US" altLang="zh-TW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First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US" altLang="zh-TW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First</m:t>
                    </m:r>
                    <m:d>
                      <m:d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457200" indent="-457200">
                  <a:buAutoNum type="arabicPeriod"/>
                </a:pPr>
                <a:r>
                  <a:rPr lang="en-US" altLang="zh-TW" dirty="0"/>
                  <a:t>At most one of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can derive the empty string.</a:t>
                </a:r>
              </a:p>
              <a:p>
                <a:pPr marL="457200" indent="-457200">
                  <a:buFont typeface="Wingdings" panose="05000000000000000000" pitchFamily="2" charset="2"/>
                  <a:buAutoNum type="arabicPeriod"/>
                </a:pPr>
                <a:r>
                  <a:rPr lang="en-US" altLang="zh-TW" dirty="0"/>
                  <a:t>If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𝛽</m:t>
                    </m:r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⟹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TW" dirty="0"/>
                  <a:t>, then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does not derive any string beginning with a terminal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Follow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altLang="zh-TW" dirty="0"/>
                  <a:t>. Likewise, if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⟹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TW" alt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TW" dirty="0"/>
                  <a:t>, then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dirty="0"/>
                  <a:t> does not derive any string beginning with a terminal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Follow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altLang="zh-TW" dirty="0"/>
                  <a:t>. </a:t>
                </a:r>
                <a:br>
                  <a:rPr lang="en-US" altLang="zh-TW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First</m:t>
                    </m:r>
                    <m:d>
                      <m:d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US" altLang="zh-TW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Follow</m:t>
                    </m:r>
                    <m:d>
                      <m:d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 (i.e.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First</m:t>
                    </m:r>
                    <m:d>
                      <m:d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 contains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First</m:t>
                    </m:r>
                    <m:d>
                      <m:d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US" altLang="zh-TW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Follow</m:t>
                    </m:r>
                    <m:d>
                      <m:d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 )</a:t>
                </a:r>
              </a:p>
              <a:p>
                <a:pPr marL="457200" indent="-457200">
                  <a:buAutoNum type="arabicPeriod"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4685475-DAC2-FAE2-6EF6-938FF4F7BF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6" t="-684" r="-18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BA90B1-E14F-5F83-236A-B3D9115D7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21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2AF3655-6A12-FD47-48D7-5F3A24BB67B4}"/>
              </a:ext>
            </a:extLst>
          </p:cNvPr>
          <p:cNvSpPr txBox="1"/>
          <p:nvPr/>
        </p:nvSpPr>
        <p:spPr>
          <a:xfrm>
            <a:off x="8401573" y="2774442"/>
            <a:ext cx="190849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700" dirty="0">
                <a:solidFill>
                  <a:srgbClr val="FF0000"/>
                </a:solidFill>
              </a:rPr>
              <a:t>common prefixes</a:t>
            </a:r>
            <a:endParaRPr lang="zh-TW" altLang="en-US" sz="1700" dirty="0">
              <a:solidFill>
                <a:srgbClr val="FF0000"/>
              </a:solidFill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179D25BD-1FF3-5CFA-45CD-B1E9FD163C85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8766495" y="3128385"/>
            <a:ext cx="589326" cy="235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962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0A1B85-571E-5EFE-BDBB-80379303A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BEA8-DF14-4E57-8473-ADE32842DAB8}" type="slidenum">
              <a:rPr lang="zh-TW" altLang="en-US"/>
              <a:pPr/>
              <a:t>22</a:t>
            </a:fld>
            <a:endParaRPr lang="zh-TW" altLang="en-US"/>
          </a:p>
        </p:txBody>
      </p:sp>
      <p:pic>
        <p:nvPicPr>
          <p:cNvPr id="162818" name="Picture 2">
            <a:extLst>
              <a:ext uri="{FF2B5EF4-FFF2-40B4-BE49-F238E27FC236}">
                <a16:creationId xmlns:a16="http://schemas.microsoft.com/office/drawing/2014/main" id="{A9E949E5-213A-C173-71F4-30CF89C8F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0"/>
            <a:ext cx="7467600" cy="6535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2819" name="Text Box 3">
            <a:extLst>
              <a:ext uri="{FF2B5EF4-FFF2-40B4-BE49-F238E27FC236}">
                <a16:creationId xmlns:a16="http://schemas.microsoft.com/office/drawing/2014/main" id="{A486E434-F976-4E87-8214-18C42046B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4876800"/>
            <a:ext cx="26436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b="1" i="1">
                <a:solidFill>
                  <a:schemeClr val="accent2"/>
                </a:solidFill>
              </a:rPr>
              <a:t>Not extended BNF form</a:t>
            </a:r>
          </a:p>
        </p:txBody>
      </p:sp>
      <p:sp>
        <p:nvSpPr>
          <p:cNvPr id="162820" name="Text Box 4">
            <a:extLst>
              <a:ext uri="{FF2B5EF4-FFF2-40B4-BE49-F238E27FC236}">
                <a16:creationId xmlns:a16="http://schemas.microsoft.com/office/drawing/2014/main" id="{9CF251F3-CA9B-8E79-B6FF-5BFFAA2C7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1" y="5562600"/>
            <a:ext cx="21178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$: end of file token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591A4A5-C00F-4B45-9735-FD2841BF3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A16FDB6-C8B8-4BB9-B5F6-C9E7D1549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65D67BC-2831-45D1-804D-2B848B7FF6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3254059-39EC-48CC-B948-9EE6B0551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F3E0572-7D5E-4FAA-B67C-23A9C6D71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C5F1231-CF22-4258-B764-592B6CB8D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B2C5387-42A2-4464-BF18-E70B0227B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926F39D-AFC8-4FF6-9211-84AA77717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D812696-9AF7-4D2B-A041-80C015F33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E6CB557-1E5B-4D2D-9330-8EB4AF7307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03A4B30-3A15-4294-9BED-E7317857F0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E7B8343-CDF9-4023-9FBF-F4ADE601B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BB30BD5-639D-4F53-BC6C-2A8D0FFFE5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D7E1947-04B8-4F0B-9E3C-FC4E26D61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3EDB6D6-D309-48D4-87F4-AAED7C57C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F2E163F-B043-43B7-85CE-36F2136B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F6CB03C-E3B1-4D22-ABA3-986CC09FB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9B41E31-EE5F-423F-8B88-3B56009A3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59D4FE6-B271-4427-8273-0B80EF1366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F7D26D0-83A1-41B0-82E3-FB5D3E93E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7E47C02-EBB8-4368-815C-FEDA23368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E61DA55-8618-4048-A65A-41E072D9F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DFC058B-6608-4509-92E1-D4D0D5BD5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E3652A3-36D6-4E0C-B7FB-52CD69E9C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BF82BE6-B2D5-4FA1-98B4-1E0072C39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ECA553C-C7B8-4353-BC4C-D622087D6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F802227-5CA9-40B4-870E-495C7899C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1A19F9E-BB49-4808-8481-77F848C2F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53A57BE-F139-4C31-8201-477E20DD2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9F800EC-2D85-47C7-BFB8-B146DD929C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478BA6D-3F48-40B1-8227-830029B62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21E6C45-0A76-456E-BDD6-3DCB66126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3C541D4F-11C2-4F36-B2A3-AB9028F2A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05909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03FF288-C449-AFB1-E690-06D201D22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4038652" cy="1881178"/>
          </a:xfrm>
        </p:spPr>
        <p:txBody>
          <a:bodyPr>
            <a:normAutofit/>
          </a:bodyPr>
          <a:lstStyle/>
          <a:p>
            <a:r>
              <a:rPr lang="en-US" altLang="zh-TW" dirty="0"/>
              <a:t>The LL(1) Parse Table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411D7751-8F51-B05F-E63A-F897765D32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79" y="2886117"/>
                <a:ext cx="4038652" cy="3276824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An LL(1) parse table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Error</m:t>
                          </m:r>
                        </m:e>
                      </m:d>
                    </m:oMath>
                  </m:oMathPara>
                </a14:m>
                <a:endParaRPr lang="en-US" altLang="zh-TW" dirty="0"/>
              </a:p>
              <a:p>
                <a:r>
                  <a:rPr lang="en-US" altLang="zh-TW" dirty="0"/>
                  <a:t>The definition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dirty="0"/>
                  <a:t> if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Prediction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/>
                  <a:t>;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Error</m:t>
                    </m:r>
                  </m:oMath>
                </a14:m>
                <a:r>
                  <a:rPr lang="en-US" altLang="zh-TW" dirty="0"/>
                  <a:t>, otherwise</a:t>
                </a:r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411D7751-8F51-B05F-E63A-F897765D32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79" y="2886117"/>
                <a:ext cx="4038652" cy="3276824"/>
              </a:xfrm>
              <a:blipFill>
                <a:blip r:embed="rId2"/>
                <a:stretch>
                  <a:fillRect l="-452" t="-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一張含有 文字, 收據 的圖片&#10;&#10;自動產生的描述">
            <a:extLst>
              <a:ext uri="{FF2B5EF4-FFF2-40B4-BE49-F238E27FC236}">
                <a16:creationId xmlns:a16="http://schemas.microsoft.com/office/drawing/2014/main" id="{31651E4F-B39A-2C40-DB6D-3B2B93372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06333" y="1467930"/>
            <a:ext cx="6401443" cy="3936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3E4EE73-5690-0F25-2723-0EC8D4955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138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BEEF55C-2AC0-C9C9-01F5-B69487718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0497"/>
            <a:ext cx="4549589" cy="3981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B1DBC9-61A7-DE58-845C-1A25D9A78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4615E-5191-4835-ACB8-3D9F0E9EA074}" type="slidenum">
              <a:rPr lang="zh-TW" altLang="en-US"/>
              <a:pPr/>
              <a:t>24</a:t>
            </a:fld>
            <a:endParaRPr lang="zh-TW" altLang="en-US"/>
          </a:p>
        </p:txBody>
      </p:sp>
      <p:graphicFrame>
        <p:nvGraphicFramePr>
          <p:cNvPr id="163844" name="Object 4">
            <a:extLst>
              <a:ext uri="{FF2B5EF4-FFF2-40B4-BE49-F238E27FC236}">
                <a16:creationId xmlns:a16="http://schemas.microsoft.com/office/drawing/2014/main" id="{759E083B-85AF-BB04-A29F-77A3F82CFF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7483591"/>
              </p:ext>
            </p:extLst>
          </p:nvPr>
        </p:nvGraphicFramePr>
        <p:xfrm>
          <a:off x="7097155" y="76201"/>
          <a:ext cx="5029200" cy="442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點陣圖影像" r:id="rId3" imgW="4866667" imgH="4285714" progId="Paint.Picture">
                  <p:embed/>
                </p:oleObj>
              </mc:Choice>
              <mc:Fallback>
                <p:oleObj name="點陣圖影像" r:id="rId3" imgW="4866667" imgH="4285714" progId="Paint.Picture">
                  <p:embed/>
                  <p:pic>
                    <p:nvPicPr>
                      <p:cNvPr id="163844" name="Object 4">
                        <a:extLst>
                          <a:ext uri="{FF2B5EF4-FFF2-40B4-BE49-F238E27FC236}">
                            <a16:creationId xmlns:a16="http://schemas.microsoft.com/office/drawing/2014/main" id="{759E083B-85AF-BB04-A29F-77A3F82CFF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7155" y="76201"/>
                        <a:ext cx="5029200" cy="442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5" name="Object 5">
            <a:extLst>
              <a:ext uri="{FF2B5EF4-FFF2-40B4-BE49-F238E27FC236}">
                <a16:creationId xmlns:a16="http://schemas.microsoft.com/office/drawing/2014/main" id="{60AA1750-C6C7-48EE-7481-4D3C2EC697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8516990"/>
              </p:ext>
            </p:extLst>
          </p:nvPr>
        </p:nvGraphicFramePr>
        <p:xfrm>
          <a:off x="4168583" y="215152"/>
          <a:ext cx="3080969" cy="3572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點陣圖影像" r:id="rId5" imgW="3467584" imgH="4019048" progId="Paint.Picture">
                  <p:embed/>
                </p:oleObj>
              </mc:Choice>
              <mc:Fallback>
                <p:oleObj name="點陣圖影像" r:id="rId5" imgW="3467584" imgH="4019048" progId="Paint.Picture">
                  <p:embed/>
                  <p:pic>
                    <p:nvPicPr>
                      <p:cNvPr id="163845" name="Object 5">
                        <a:extLst>
                          <a:ext uri="{FF2B5EF4-FFF2-40B4-BE49-F238E27FC236}">
                            <a16:creationId xmlns:a16="http://schemas.microsoft.com/office/drawing/2014/main" id="{60AA1750-C6C7-48EE-7481-4D3C2EC697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8583" y="215152"/>
                        <a:ext cx="3080969" cy="35724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E083EC8-C624-A016-8A11-0233695A0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6003"/>
            <a:ext cx="4549589" cy="3981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68814A-28AF-3BCF-3B3F-857CD9E05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8AB0-3A49-4825-96C1-C5FA3E3B22D1}" type="slidenum">
              <a:rPr lang="zh-TW" altLang="en-US"/>
              <a:pPr/>
              <a:t>25</a:t>
            </a:fld>
            <a:endParaRPr lang="zh-TW" altLang="en-US"/>
          </a:p>
        </p:txBody>
      </p:sp>
      <p:pic>
        <p:nvPicPr>
          <p:cNvPr id="164866" name="Picture 2">
            <a:extLst>
              <a:ext uri="{FF2B5EF4-FFF2-40B4-BE49-F238E27FC236}">
                <a16:creationId xmlns:a16="http://schemas.microsoft.com/office/drawing/2014/main" id="{142BF5AE-524D-213C-A59F-55957181F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895" y="0"/>
            <a:ext cx="7848600" cy="6669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EFC6342E-E3FD-C59F-EF2C-3AB210AAFB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583242"/>
              </p:ext>
            </p:extLst>
          </p:nvPr>
        </p:nvGraphicFramePr>
        <p:xfrm>
          <a:off x="636489" y="3218328"/>
          <a:ext cx="3080969" cy="3572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點陣圖影像" r:id="rId4" imgW="3467584" imgH="4019048" progId="Paint.Picture">
                  <p:embed/>
                </p:oleObj>
              </mc:Choice>
              <mc:Fallback>
                <p:oleObj name="點陣圖影像" r:id="rId4" imgW="3467584" imgH="4019048" progId="Paint.Picture">
                  <p:embed/>
                  <p:pic>
                    <p:nvPicPr>
                      <p:cNvPr id="163845" name="Object 5">
                        <a:extLst>
                          <a:ext uri="{FF2B5EF4-FFF2-40B4-BE49-F238E27FC236}">
                            <a16:creationId xmlns:a16="http://schemas.microsoft.com/office/drawing/2014/main" id="{60AA1750-C6C7-48EE-7481-4D3C2EC697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489" y="3218328"/>
                        <a:ext cx="3080969" cy="35724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591A4A5-C00F-4B45-9735-FD2841BF3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A16FDB6-C8B8-4BB9-B5F6-C9E7D1549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65D67BC-2831-45D1-804D-2B848B7FF6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3254059-39EC-48CC-B948-9EE6B0551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F3E0572-7D5E-4FAA-B67C-23A9C6D71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C5F1231-CF22-4258-B764-592B6CB8D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B2C5387-42A2-4464-BF18-E70B0227B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926F39D-AFC8-4FF6-9211-84AA77717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D812696-9AF7-4D2B-A041-80C015F33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E6CB557-1E5B-4D2D-9330-8EB4AF7307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03A4B30-3A15-4294-9BED-E7317857F0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E7B8343-CDF9-4023-9FBF-F4ADE601B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BB30BD5-639D-4F53-BC6C-2A8D0FFFE5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D7E1947-04B8-4F0B-9E3C-FC4E26D61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3EDB6D6-D309-48D4-87F4-AAED7C57C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F2E163F-B043-43B7-85CE-36F2136B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F6CB03C-E3B1-4D22-ABA3-986CC09FB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9B41E31-EE5F-423F-8B88-3B56009A3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59D4FE6-B271-4427-8273-0B80EF1366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F7D26D0-83A1-41B0-82E3-FB5D3E93E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7E47C02-EBB8-4368-815C-FEDA23368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E61DA55-8618-4048-A65A-41E072D9F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DFC058B-6608-4509-92E1-D4D0D5BD5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E3652A3-36D6-4E0C-B7FB-52CD69E9C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BF82BE6-B2D5-4FA1-98B4-1E0072C39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ECA553C-C7B8-4353-BC4C-D622087D6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F802227-5CA9-40B4-870E-495C7899C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1A19F9E-BB49-4808-8481-77F848C2F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53A57BE-F139-4C31-8201-477E20DD2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9F800EC-2D85-47C7-BFB8-B146DD929C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478BA6D-3F48-40B1-8227-830029B62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21E6C45-0A76-456E-BDD6-3DCB66126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3C541D4F-11C2-4F36-B2A3-AB9028F2A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05909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8E2971F-86E3-C315-3A1C-3F28516DC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4038652" cy="188117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3400"/>
              <a:t>Building Recursive Descent Parsers from LL(1) Tables</a:t>
            </a:r>
            <a:endParaRPr lang="zh-TW" altLang="en-US" sz="340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473052-BBEE-F73A-DC98-FBE03B475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886117"/>
            <a:ext cx="4038652" cy="3276824"/>
          </a:xfrm>
        </p:spPr>
        <p:txBody>
          <a:bodyPr>
            <a:normAutofit/>
          </a:bodyPr>
          <a:lstStyle/>
          <a:p>
            <a:r>
              <a:rPr lang="en-US" altLang="zh-TW" dirty="0"/>
              <a:t>The form of parsing procedure:</a:t>
            </a:r>
          </a:p>
          <a:p>
            <a:endParaRPr lang="zh-TW" altLang="en-US" dirty="0"/>
          </a:p>
        </p:txBody>
      </p:sp>
      <p:pic>
        <p:nvPicPr>
          <p:cNvPr id="5" name="Picture 4" descr="一張含有 文字, 信 的圖片&#10;&#10;自動產生的描述">
            <a:extLst>
              <a:ext uri="{FF2B5EF4-FFF2-40B4-BE49-F238E27FC236}">
                <a16:creationId xmlns:a16="http://schemas.microsoft.com/office/drawing/2014/main" id="{48EC0C05-52FE-BD13-7FDD-B09F175FB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48264" y="729344"/>
            <a:ext cx="6117581" cy="5414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452897-1944-CF0D-D29C-12FE04888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67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591A4A5-C00F-4B45-9735-FD2841BF3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A16FDB6-C8B8-4BB9-B5F6-C9E7D1549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65D67BC-2831-45D1-804D-2B848B7FF6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3254059-39EC-48CC-B948-9EE6B0551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F3E0572-7D5E-4FAA-B67C-23A9C6D71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C5F1231-CF22-4258-B764-592B6CB8D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B2C5387-42A2-4464-BF18-E70B0227B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926F39D-AFC8-4FF6-9211-84AA77717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D812696-9AF7-4D2B-A041-80C015F33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E6CB557-1E5B-4D2D-9330-8EB4AF7307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03A4B30-3A15-4294-9BED-E7317857F0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E7B8343-CDF9-4023-9FBF-F4ADE601B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BB30BD5-639D-4F53-BC6C-2A8D0FFFE5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D7E1947-04B8-4F0B-9E3C-FC4E26D61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3EDB6D6-D309-48D4-87F4-AAED7C57C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F2E163F-B043-43B7-85CE-36F2136B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F6CB03C-E3B1-4D22-ABA3-986CC09FB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9B41E31-EE5F-423F-8B88-3B56009A3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59D4FE6-B271-4427-8273-0B80EF1366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F7D26D0-83A1-41B0-82E3-FB5D3E93E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7E47C02-EBB8-4368-815C-FEDA23368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E61DA55-8618-4048-A65A-41E072D9F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DFC058B-6608-4509-92E1-D4D0D5BD5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E3652A3-36D6-4E0C-B7FB-52CD69E9C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BF82BE6-B2D5-4FA1-98B4-1E0072C39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ECA553C-C7B8-4353-BC4C-D622087D6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F802227-5CA9-40B4-870E-495C7899C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1A19F9E-BB49-4808-8481-77F848C2F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53A57BE-F139-4C31-8201-477E20DD2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9F800EC-2D85-47C7-BFB8-B146DD929C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478BA6D-3F48-40B1-8227-830029B62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21E6C45-0A76-456E-BDD6-3DCB66126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3C541D4F-11C2-4F36-B2A3-AB9028F2A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05909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859FA2D-5B55-F70F-9210-278EE86FD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4038652" cy="188117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3400"/>
              <a:t>Building Recursive Descent Parsers from LL(1) Tables</a:t>
            </a:r>
            <a:endParaRPr lang="zh-TW" altLang="en-US" sz="340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082E7C-9222-9BB1-E125-3FC1BB581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886117"/>
            <a:ext cx="4038652" cy="3276824"/>
          </a:xfrm>
        </p:spPr>
        <p:txBody>
          <a:bodyPr>
            <a:normAutofit/>
          </a:bodyPr>
          <a:lstStyle/>
          <a:p>
            <a:r>
              <a:rPr lang="en-US" altLang="zh-TW" dirty="0"/>
              <a:t>E.g. of an parsing procedure for </a:t>
            </a:r>
            <a:r>
              <a:rPr lang="en-US" altLang="zh-TW" dirty="0">
                <a:solidFill>
                  <a:srgbClr val="FF0000"/>
                </a:solidFill>
              </a:rPr>
              <a:t>&lt;statement&gt;</a:t>
            </a:r>
            <a:r>
              <a:rPr lang="en-US" altLang="zh-TW" dirty="0"/>
              <a:t> in Micro</a:t>
            </a:r>
          </a:p>
          <a:p>
            <a:r>
              <a:rPr lang="en-US" altLang="zh-TW" dirty="0"/>
              <a:t>An algorithm that automatically creates parsing procedures like the one in Figure 5.6 from LL(1) table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Picture 5" descr="一張含有 文字 的圖片&#10;&#10;自動產生的描述">
            <a:extLst>
              <a:ext uri="{FF2B5EF4-FFF2-40B4-BE49-F238E27FC236}">
                <a16:creationId xmlns:a16="http://schemas.microsoft.com/office/drawing/2014/main" id="{01AE7F57-5733-3D96-ED8B-2274F1628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74468" y="729344"/>
            <a:ext cx="5265173" cy="5414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716CBE-2850-96DE-7AB5-4CF9329B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289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59FA2D-5B55-F70F-9210-278EE86FD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4038652" cy="188117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3400"/>
              <a:t>Building Recursive Descent Parsers from LL(1) Tables</a:t>
            </a:r>
            <a:endParaRPr lang="zh-TW" altLang="en-US" sz="340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082E7C-9222-9BB1-E125-3FC1BB581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886117"/>
            <a:ext cx="4038652" cy="3276824"/>
          </a:xfrm>
        </p:spPr>
        <p:txBody>
          <a:bodyPr>
            <a:normAutofit/>
          </a:bodyPr>
          <a:lstStyle/>
          <a:p>
            <a:r>
              <a:rPr lang="en-US" altLang="zh-TW" dirty="0"/>
              <a:t>The data structure for describing grammars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716CBE-2850-96DE-7AB5-4CF9329B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28</a:t>
            </a:fld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12EF4DF-C000-38BB-3FCE-87DCF381CDAA}"/>
              </a:ext>
            </a:extLst>
          </p:cNvPr>
          <p:cNvGrpSpPr>
            <a:grpSpLocks/>
          </p:cNvGrpSpPr>
          <p:nvPr/>
        </p:nvGrpSpPr>
        <p:grpSpPr bwMode="auto">
          <a:xfrm>
            <a:off x="5252907" y="989806"/>
            <a:ext cx="6400800" cy="4878388"/>
            <a:chOff x="864" y="1200"/>
            <a:chExt cx="4032" cy="3073"/>
          </a:xfrm>
        </p:grpSpPr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1E3AAB27-3BD9-B69F-E37F-289E9C0FE8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4" y="1200"/>
              <a:ext cx="4032" cy="30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9004C5B8-5C0F-1093-639B-D32400703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264"/>
              <a:ext cx="1968" cy="14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9228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591A4A5-C00F-4B45-9735-FD2841BF3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A16FDB6-C8B8-4BB9-B5F6-C9E7D1549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65D67BC-2831-45D1-804D-2B848B7FF6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3254059-39EC-48CC-B948-9EE6B0551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F3E0572-7D5E-4FAA-B67C-23A9C6D71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C5F1231-CF22-4258-B764-592B6CB8D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B2C5387-42A2-4464-BF18-E70B0227B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926F39D-AFC8-4FF6-9211-84AA77717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D812696-9AF7-4D2B-A041-80C015F33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E6CB557-1E5B-4D2D-9330-8EB4AF7307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03A4B30-3A15-4294-9BED-E7317857F0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E7B8343-CDF9-4023-9FBF-F4ADE601B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BB30BD5-639D-4F53-BC6C-2A8D0FFFE5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D7E1947-04B8-4F0B-9E3C-FC4E26D61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3EDB6D6-D309-48D4-87F4-AAED7C57C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F2E163F-B043-43B7-85CE-36F2136B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F6CB03C-E3B1-4D22-ABA3-986CC09FB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9B41E31-EE5F-423F-8B88-3B56009A3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59D4FE6-B271-4427-8273-0B80EF1366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F7D26D0-83A1-41B0-82E3-FB5D3E93E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7E47C02-EBB8-4368-815C-FEDA23368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E61DA55-8618-4048-A65A-41E072D9F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DFC058B-6608-4509-92E1-D4D0D5BD5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E3652A3-36D6-4E0C-B7FB-52CD69E9C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BF82BE6-B2D5-4FA1-98B4-1E0072C39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ECA553C-C7B8-4353-BC4C-D622087D6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F802227-5CA9-40B4-870E-495C7899C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1A19F9E-BB49-4808-8481-77F848C2F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53A57BE-F139-4C31-8201-477E20DD2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9F800EC-2D85-47C7-BFB8-B146DD929C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478BA6D-3F48-40B1-8227-830029B62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21E6C45-0A76-456E-BDD6-3DCB66126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3C541D4F-11C2-4F36-B2A3-AB9028F2A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05909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88CBA09-BBB8-12C5-F3AA-CBF8FAFF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4038652" cy="188117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3400"/>
              <a:t>Building Recursive Descent Parsers from LL(1) Tables</a:t>
            </a:r>
            <a:endParaRPr lang="zh-TW" altLang="en-US" sz="340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4DB185-D934-DB39-BF4A-EEE53E5E6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886117"/>
            <a:ext cx="4038652" cy="3276824"/>
          </a:xfrm>
        </p:spPr>
        <p:txBody>
          <a:bodyPr>
            <a:normAutofit/>
          </a:bodyPr>
          <a:lstStyle/>
          <a:p>
            <a:r>
              <a:rPr lang="en-US" altLang="zh-TW" dirty="0" err="1"/>
              <a:t>gen_actions</a:t>
            </a:r>
            <a:r>
              <a:rPr lang="en-US" altLang="zh-TW" dirty="0"/>
              <a:t>()</a:t>
            </a:r>
          </a:p>
          <a:p>
            <a:pPr lvl="1"/>
            <a:r>
              <a:rPr lang="en-US" altLang="zh-TW" dirty="0"/>
              <a:t>Takes the grammar symbols and generates the actions necessary to match them in a recursive descent parse</a:t>
            </a:r>
          </a:p>
          <a:p>
            <a:endParaRPr lang="zh-TW" altLang="en-US" dirty="0"/>
          </a:p>
        </p:txBody>
      </p:sp>
      <p:pic>
        <p:nvPicPr>
          <p:cNvPr id="5" name="Picture 8" descr="一張含有 文字, 信 的圖片&#10;&#10;自動產生的描述">
            <a:extLst>
              <a:ext uri="{FF2B5EF4-FFF2-40B4-BE49-F238E27FC236}">
                <a16:creationId xmlns:a16="http://schemas.microsoft.com/office/drawing/2014/main" id="{1087AB27-7E28-4879-949A-71DCDD424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67700" y="729344"/>
            <a:ext cx="5278708" cy="5414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11838D1-DDB8-83BD-3268-375AE93A3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76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9A418A-B217-E64C-80B3-239CB958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C5EC7-74E6-43D3-80AE-856BBFC2C6D0}" type="slidenum">
              <a:rPr lang="zh-TW" altLang="en-US"/>
              <a:pPr/>
              <a:t>30</a:t>
            </a:fld>
            <a:endParaRPr lang="zh-TW" altLang="en-US"/>
          </a:p>
        </p:txBody>
      </p:sp>
      <p:pic>
        <p:nvPicPr>
          <p:cNvPr id="173058" name="Picture 2">
            <a:extLst>
              <a:ext uri="{FF2B5EF4-FFF2-40B4-BE49-F238E27FC236}">
                <a16:creationId xmlns:a16="http://schemas.microsoft.com/office/drawing/2014/main" id="{32835C1A-5B36-86B2-F4CF-71AAEBF71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0"/>
            <a:ext cx="52578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059" name="Picture 3">
            <a:extLst>
              <a:ext uri="{FF2B5EF4-FFF2-40B4-BE49-F238E27FC236}">
                <a16:creationId xmlns:a16="http://schemas.microsoft.com/office/drawing/2014/main" id="{9156EE88-E27D-3311-3DBA-C10CE7F25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924300"/>
            <a:ext cx="5638800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2601E26-1578-5701-23C1-550805A9D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LL(1) Parsing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A4C7DA68-C89A-0C13-B08A-4CF11ABB93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endParaRPr lang="en-US" altLang="zh-TW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US" altLang="zh-TW" dirty="0"/>
              </a:p>
              <a:p>
                <a:r>
                  <a:rPr lang="en-US" altLang="zh-TW" dirty="0"/>
                  <a:t>Input String: ()</a:t>
                </a:r>
              </a:p>
              <a:p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-----------------------------</a:t>
                </a: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lm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lm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()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lm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A4C7DA68-C89A-0C13-B08A-4CF11ABB93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EBEDA0C-0793-975F-2133-20D03B13E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內容版面配置區 4">
                <a:extLst>
                  <a:ext uri="{FF2B5EF4-FFF2-40B4-BE49-F238E27FC236}">
                    <a16:creationId xmlns:a16="http://schemas.microsoft.com/office/drawing/2014/main" id="{2119ADCB-424F-D2A0-066C-7444330807B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7360125"/>
                  </p:ext>
                </p:extLst>
              </p:nvPr>
            </p:nvGraphicFramePr>
            <p:xfrm>
              <a:off x="4456835" y="2260693"/>
              <a:ext cx="7044086" cy="35639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5" name="內容版面配置區 4">
                <a:extLst>
                  <a:ext uri="{FF2B5EF4-FFF2-40B4-BE49-F238E27FC236}">
                    <a16:creationId xmlns:a16="http://schemas.microsoft.com/office/drawing/2014/main" id="{2119ADCB-424F-D2A0-066C-7444330807B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7360125"/>
                  </p:ext>
                </p:extLst>
              </p:nvPr>
            </p:nvGraphicFramePr>
            <p:xfrm>
              <a:off x="4456835" y="2260693"/>
              <a:ext cx="7044086" cy="35639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31760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A9F1E8-1A68-73F0-9929-35DF1F7DE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Elimination of </a:t>
            </a:r>
            <a:r>
              <a:rPr lang="en-US" altLang="zh-TW" dirty="0"/>
              <a:t>Left Recursion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C19EE1C-30D0-6200-4A24-CB11CCBB59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It is possible for a recursive-descent parser to loop forever. A problem arises with "left-recursive" productions like</a:t>
                </a:r>
                <a:br>
                  <a:rPr lang="en-US" altLang="zh-TW" dirty="0"/>
                </a:br>
                <a:r>
                  <a:rPr lang="en-US" altLang="zh-TW" dirty="0"/>
                  <a:t>expr → expr + term</a:t>
                </a:r>
              </a:p>
              <a:p>
                <a:r>
                  <a:rPr lang="en-US" altLang="zh-TW" dirty="0"/>
                  <a:t>A left-recursive production can be eliminated by rewriting the offending production. Consider a nonterminal A with two productions</a:t>
                </a:r>
                <a:br>
                  <a:rPr lang="en-US" altLang="zh-TW" dirty="0"/>
                </a:br>
                <a:r>
                  <a:rPr lang="en-US" altLang="zh-TW" dirty="0"/>
                  <a:t>A → A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dirty="0"/>
                  <a:t>|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altLang="zh-TW" dirty="0"/>
              </a:p>
              <a:p>
                <a:r>
                  <a:rPr lang="en-US" altLang="zh-TW" dirty="0"/>
                  <a:t>For example, A= expr,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dirty="0"/>
                  <a:t>= + term,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dirty="0"/>
                  <a:t>= term</a:t>
                </a:r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C19EE1C-30D0-6200-4A24-CB11CCBB59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" t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A7C1443-B263-B509-A17D-C6EA90316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76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6A625E-3696-761C-AA7F-3C386D069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4038652" cy="1881178"/>
          </a:xfrm>
        </p:spPr>
        <p:txBody>
          <a:bodyPr>
            <a:normAutofit/>
          </a:bodyPr>
          <a:lstStyle/>
          <a:p>
            <a:r>
              <a:rPr lang="en-US" altLang="zh-TW" dirty="0">
                <a:ea typeface="新細明體" panose="02020500000000000000" pitchFamily="18" charset="-120"/>
              </a:rPr>
              <a:t>Elimination of </a:t>
            </a:r>
            <a:r>
              <a:rPr lang="en-US" altLang="zh-TW" dirty="0"/>
              <a:t>Left Recursion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44AE51D-322D-9720-C262-F1363325C5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79" y="2886117"/>
                <a:ext cx="4038652" cy="3276824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We can convert left recursion to right recursion in the following manner, using a new nonterminal R:</a:t>
                </a:r>
                <a:br>
                  <a:rPr lang="en-US" altLang="zh-TW" dirty="0"/>
                </a:br>
                <a:r>
                  <a:rPr lang="en-US" altLang="zh-TW" dirty="0"/>
                  <a:t>A →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dirty="0"/>
                  <a:t>R</a:t>
                </a:r>
                <a:br>
                  <a:rPr lang="en-US" altLang="zh-TW" dirty="0"/>
                </a:br>
                <a:r>
                  <a:rPr lang="en-US" altLang="zh-TW" dirty="0"/>
                  <a:t>R →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dirty="0"/>
                  <a:t>R|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</m:oMath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44AE51D-322D-9720-C262-F1363325C5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79" y="2886117"/>
                <a:ext cx="4038652" cy="3276824"/>
              </a:xfrm>
              <a:blipFill>
                <a:blip r:embed="rId2"/>
                <a:stretch>
                  <a:fillRect l="-452" t="-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8A4FEF9F-EAF8-5854-931E-7DBEAA58C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333" y="2083895"/>
            <a:ext cx="6401443" cy="2704957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464DFB-90B2-B262-7678-7DE452F6A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090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24D28E-F01B-C347-3985-7041CABF2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Elimination of Immediate Left Recursion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528C37D-B1EF-C28A-2C6C-012B7F2763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Immediate left recursion can be eliminated by the following technique, which works for any number of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TW" dirty="0"/>
                  <a:t>-productions. First, group the productions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|⋯|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|⋯|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where 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begins with an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TW" dirty="0"/>
                  <a:t>. Then, replace the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TW" dirty="0"/>
                  <a:t>-productions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′|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′|⋯|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′→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′|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′|⋯|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528C37D-B1EF-C28A-2C6C-012B7F2763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0" t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55102D-CE18-FEAC-DA89-B57222240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5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387" name="內容版面配置區 2">
                <a:extLst>
                  <a:ext uri="{FF2B5EF4-FFF2-40B4-BE49-F238E27FC236}">
                    <a16:creationId xmlns:a16="http://schemas.microsoft.com/office/drawing/2014/main" id="{B53F1E03-EC66-11D4-BE51-108B4F1F7D9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91079" y="511728"/>
                <a:ext cx="10325000" cy="5392839"/>
              </a:xfrm>
            </p:spPr>
            <p:txBody>
              <a:bodyPr/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zh-TW" dirty="0">
                    <a:ea typeface="新細明體" panose="02020500000000000000" pitchFamily="18" charset="-120"/>
                  </a:rPr>
                  <a:t>e.g.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zh-TW" dirty="0">
                    <a:ea typeface="新細明體" panose="02020500000000000000" pitchFamily="18" charset="-120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𝐸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𝐸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+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𝑇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|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𝑇</m:t>
                    </m:r>
                  </m:oMath>
                </a14:m>
                <a:br>
                  <a:rPr lang="en-US" altLang="zh-TW" i="1" dirty="0">
                    <a:latin typeface="Cambria Math" panose="02040503050406030204" pitchFamily="18" charset="0"/>
                    <a:ea typeface="新細明體" panose="02020500000000000000" pitchFamily="18" charset="-12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dirty="0" err="1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𝑇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𝑇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∗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𝐹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|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𝐹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 </m:t>
                      </m:r>
                    </m:oMath>
                    <m:oMath xmlns:m="http://schemas.openxmlformats.org/officeDocument/2006/math">
                      <m:r>
                        <a:rPr lang="en-US" altLang="zh-TW" i="1" dirty="0" err="1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𝐹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TW" i="1" dirty="0">
                              <a:latin typeface="Cambria Math" panose="02040503050406030204" pitchFamily="18" charset="0"/>
                              <a:ea typeface="新細明體" panose="02020500000000000000" pitchFamily="18" charset="-120"/>
                            </a:rPr>
                          </m:ctrlPr>
                        </m:d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  <a:ea typeface="新細明體" panose="02020500000000000000" pitchFamily="18" charset="-120"/>
                            </a:rPr>
                            <m:t>𝐸</m:t>
                          </m:r>
                        </m:e>
                      </m:d>
                      <m:r>
                        <a:rPr lang="en-US" altLang="zh-TW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|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𝑖𝑑</m:t>
                      </m:r>
                    </m:oMath>
                  </m:oMathPara>
                </a14:m>
                <a:endParaRPr lang="en-US" altLang="zh-TW" sz="2000" dirty="0">
                  <a:solidFill>
                    <a:srgbClr val="CC3300"/>
                  </a:solidFill>
                  <a:ea typeface="新細明體" panose="02020500000000000000" pitchFamily="18" charset="-120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solidFill>
                      <a:srgbClr val="CC3300"/>
                    </a:solidFill>
                    <a:ea typeface="新細明體" panose="02020500000000000000" pitchFamily="18" charset="-120"/>
                  </a:rPr>
                  <a:t>After transformation: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zh-TW" sz="2000" dirty="0">
                  <a:solidFill>
                    <a:srgbClr val="CC3300"/>
                  </a:solidFill>
                  <a:ea typeface="新細明體" panose="02020500000000000000" pitchFamily="18" charset="-12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 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𝐸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𝑇𝐸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′    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𝐸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′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+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𝑇𝐸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′ | </m:t>
                      </m:r>
                      <m:r>
                        <a:rPr lang="zh-TW" altLang="en-US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  <a:sym typeface="Symbol" panose="05050102010706020507" pitchFamily="18" charset="2"/>
                        </a:rPr>
                        <m:t>𝜆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 </m:t>
                      </m:r>
                    </m:oMath>
                  </m:oMathPara>
                </a14:m>
                <a:endParaRPr lang="en-US" altLang="zh-TW" sz="2000" dirty="0">
                  <a:ea typeface="新細明體" panose="02020500000000000000" pitchFamily="18" charset="-12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 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𝑇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𝐹𝑇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′    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𝑇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′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∗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𝐹𝑇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′ | </m:t>
                      </m:r>
                      <m:r>
                        <a:rPr lang="zh-TW" altLang="en-US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  <a:sym typeface="Symbol" panose="05050102010706020507" pitchFamily="18" charset="2"/>
                        </a:rPr>
                        <m:t>𝜆</m:t>
                      </m:r>
                    </m:oMath>
                  </m:oMathPara>
                </a14:m>
                <a:endParaRPr lang="en-US" altLang="zh-TW" sz="2000" dirty="0">
                  <a:ea typeface="新細明體" panose="02020500000000000000" pitchFamily="18" charset="-12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 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𝐹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(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𝐸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) |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𝑖𝑑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</m:t>
                      </m:r>
                    </m:oMath>
                  </m:oMathPara>
                </a14:m>
                <a:endParaRPr lang="en-US" altLang="zh-TW" sz="2000" dirty="0">
                  <a:ea typeface="新細明體" panose="02020500000000000000" pitchFamily="18" charset="-120"/>
                </a:endParaRPr>
              </a:p>
            </p:txBody>
          </p:sp>
        </mc:Choice>
        <mc:Fallback xmlns="">
          <p:sp>
            <p:nvSpPr>
              <p:cNvPr id="16387" name="內容版面配置區 2">
                <a:extLst>
                  <a:ext uri="{FF2B5EF4-FFF2-40B4-BE49-F238E27FC236}">
                    <a16:creationId xmlns:a16="http://schemas.microsoft.com/office/drawing/2014/main" id="{B53F1E03-EC66-11D4-BE51-108B4F1F7D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79" y="511728"/>
                <a:ext cx="10325000" cy="5392839"/>
              </a:xfrm>
              <a:blipFill>
                <a:blip r:embed="rId2"/>
                <a:stretch>
                  <a:fillRect l="-590" t="-6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88" name="投影片編號版面配置區 3">
            <a:extLst>
              <a:ext uri="{FF2B5EF4-FFF2-40B4-BE49-F238E27FC236}">
                <a16:creationId xmlns:a16="http://schemas.microsoft.com/office/drawing/2014/main" id="{AA585AA3-12D0-A76C-27BF-BB1F896634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fld id="{2EFD087E-CFC2-4C8B-ADF0-C8FC0E805F98}" type="slidenum">
              <a:rPr lang="en-US" altLang="zh-TW" smtClean="0">
                <a:solidFill>
                  <a:srgbClr val="898989"/>
                </a:solidFill>
              </a:rPr>
              <a:pPr/>
              <a:t>35</a:t>
            </a:fld>
            <a:endParaRPr lang="en-US" altLang="zh-TW">
              <a:solidFill>
                <a:srgbClr val="89898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標題 1">
            <a:extLst>
              <a:ext uri="{FF2B5EF4-FFF2-40B4-BE49-F238E27FC236}">
                <a16:creationId xmlns:a16="http://schemas.microsoft.com/office/drawing/2014/main" id="{B4ED21C7-57F3-CCDA-6811-1CCA35857D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How about left recursion occurred for derivation with more than two steps? </a:t>
            </a:r>
            <a:endParaRPr lang="zh-TW" altLang="en-US">
              <a:ea typeface="新細明體" panose="02020500000000000000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5" name="內容版面配置區 2">
                <a:extLst>
                  <a:ext uri="{FF2B5EF4-FFF2-40B4-BE49-F238E27FC236}">
                    <a16:creationId xmlns:a16="http://schemas.microsoft.com/office/drawing/2014/main" id="{D12967AC-D3CA-A2B9-7382-83C4424FC0E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 eaLnBrk="1" hangingPunct="1">
                  <a:buFont typeface="Wingdings" panose="05000000000000000000" pitchFamily="2" charset="2"/>
                  <a:buNone/>
                </a:pPr>
                <a:endParaRPr lang="en-US" altLang="zh-TW" sz="2000" dirty="0">
                  <a:ea typeface="新細明體" panose="02020500000000000000" pitchFamily="18" charset="-120"/>
                </a:endParaRPr>
              </a:p>
              <a:p>
                <a:pPr algn="just" eaLnBrk="1" hangingPunct="1"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 e.g.,   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𝑆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→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𝐴𝑎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|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𝑏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   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→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𝐴𝑐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|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𝑆𝑑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|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𝑒</m:t>
                    </m:r>
                  </m:oMath>
                </a14:m>
                <a:endParaRPr lang="en-US" altLang="zh-TW" sz="2000" dirty="0">
                  <a:ea typeface="新細明體" panose="02020500000000000000" pitchFamily="18" charset="-120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             where </a:t>
                </a:r>
                <a14:m>
                  <m:oMath xmlns:m="http://schemas.openxmlformats.org/officeDocument/2006/math">
                    <m:r>
                      <a:rPr lang="en-US" altLang="zh-TW" sz="2000" b="1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𝑺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𝐴𝑎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⟹ </m:t>
                    </m:r>
                    <m:r>
                      <a:rPr lang="en-US" altLang="zh-TW" sz="2000" b="1" i="1" dirty="0" err="1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𝑺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𝑑𝑎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</m:t>
                    </m:r>
                  </m:oMath>
                </a14:m>
                <a:endParaRPr lang="zh-TW" altLang="en-US" sz="2000" dirty="0">
                  <a:ea typeface="新細明體" panose="02020500000000000000" pitchFamily="18" charset="-120"/>
                </a:endParaRPr>
              </a:p>
            </p:txBody>
          </p:sp>
        </mc:Choice>
        <mc:Fallback xmlns="">
          <p:sp>
            <p:nvSpPr>
              <p:cNvPr id="18435" name="內容版面配置區 2">
                <a:extLst>
                  <a:ext uri="{FF2B5EF4-FFF2-40B4-BE49-F238E27FC236}">
                    <a16:creationId xmlns:a16="http://schemas.microsoft.com/office/drawing/2014/main" id="{D12967AC-D3CA-A2B9-7382-83C4424FC0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6" name="投影片編號版面配置區 3">
            <a:extLst>
              <a:ext uri="{FF2B5EF4-FFF2-40B4-BE49-F238E27FC236}">
                <a16:creationId xmlns:a16="http://schemas.microsoft.com/office/drawing/2014/main" id="{F5AD4A87-07CD-648E-583C-9FC8EA68F5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fld id="{79107F9E-0C37-494A-B2D9-37D6D47AA9F0}" type="slidenum">
              <a:rPr lang="en-US" altLang="zh-TW" smtClean="0">
                <a:solidFill>
                  <a:srgbClr val="898989"/>
                </a:solidFill>
              </a:rPr>
              <a:pPr/>
              <a:t>36</a:t>
            </a:fld>
            <a:endParaRPr lang="en-US" altLang="zh-TW">
              <a:solidFill>
                <a:srgbClr val="89898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標題 1">
            <a:extLst>
              <a:ext uri="{FF2B5EF4-FFF2-40B4-BE49-F238E27FC236}">
                <a16:creationId xmlns:a16="http://schemas.microsoft.com/office/drawing/2014/main" id="{2FBDF2E8-C932-DBAD-E7B3-F6B168B033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0563" y="404813"/>
            <a:ext cx="10325100" cy="1443037"/>
          </a:xfrm>
        </p:spPr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Algorithm:  Eliminating left recursion </a:t>
            </a:r>
            <a:br>
              <a:rPr lang="en-US" altLang="zh-TW">
                <a:ea typeface="新細明體" panose="02020500000000000000" pitchFamily="18" charset="-120"/>
              </a:rPr>
            </a:b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9459" name="投影片編號版面配置區 3">
            <a:extLst>
              <a:ext uri="{FF2B5EF4-FFF2-40B4-BE49-F238E27FC236}">
                <a16:creationId xmlns:a16="http://schemas.microsoft.com/office/drawing/2014/main" id="{051B3C30-4D9E-8255-B08C-FED7F07AC8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fld id="{AF84E51D-1B17-4645-A4A0-689F3EFFD998}" type="slidenum">
              <a:rPr lang="en-US" altLang="zh-TW" smtClean="0">
                <a:solidFill>
                  <a:srgbClr val="898989"/>
                </a:solidFill>
              </a:rPr>
              <a:pPr/>
              <a:t>37</a:t>
            </a:fld>
            <a:endParaRPr lang="en-US" altLang="zh-TW">
              <a:solidFill>
                <a:srgbClr val="898989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460" name="Rectangle 3">
                <a:extLst>
                  <a:ext uri="{FF2B5EF4-FFF2-40B4-BE49-F238E27FC236}">
                    <a16:creationId xmlns:a16="http://schemas.microsoft.com/office/drawing/2014/main" id="{FE5FE32C-2522-1E79-8D77-A061042C7E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899" y="1550988"/>
                <a:ext cx="10956022" cy="5334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171450" indent="-171450" defTabSz="685800">
                  <a:lnSpc>
                    <a:spcPct val="110000"/>
                  </a:lnSpc>
                  <a:spcBef>
                    <a:spcPts val="750"/>
                  </a:spcBef>
                  <a:buClr>
                    <a:srgbClr val="8D87A6"/>
                  </a:buClr>
                  <a:buSzPct val="75000"/>
                  <a:buFont typeface="Wingdings" panose="05000000000000000000" pitchFamily="2" charset="2"/>
                  <a:buChar char="§"/>
                  <a:defRPr sz="1500">
                    <a:solidFill>
                      <a:schemeClr val="tx2"/>
                    </a:solidFill>
                    <a:latin typeface="Grandview" pitchFamily="34" charset="0"/>
                  </a:defRPr>
                </a:lvl1pPr>
                <a:lvl2pPr marL="342900" indent="-171450" defTabSz="685800">
                  <a:lnSpc>
                    <a:spcPct val="110000"/>
                  </a:lnSpc>
                  <a:spcBef>
                    <a:spcPts val="375"/>
                  </a:spcBef>
                  <a:buClr>
                    <a:srgbClr val="8D87A6"/>
                  </a:buClr>
                  <a:buSzPct val="75000"/>
                  <a:buFont typeface="Wingdings" panose="05000000000000000000" pitchFamily="2" charset="2"/>
                  <a:buChar char="§"/>
                  <a:defRPr sz="1300">
                    <a:solidFill>
                      <a:schemeClr val="tx2"/>
                    </a:solidFill>
                    <a:latin typeface="Grandview" pitchFamily="34" charset="0"/>
                  </a:defRPr>
                </a:lvl2pPr>
                <a:lvl3pPr marL="514350" indent="-171450" defTabSz="685800">
                  <a:lnSpc>
                    <a:spcPct val="110000"/>
                  </a:lnSpc>
                  <a:spcBef>
                    <a:spcPts val="375"/>
                  </a:spcBef>
                  <a:buClr>
                    <a:srgbClr val="8D87A6"/>
                  </a:buClr>
                  <a:buSzPct val="75000"/>
                  <a:buFont typeface="Wingdings" panose="05000000000000000000" pitchFamily="2" charset="2"/>
                  <a:buChar char="§"/>
                  <a:defRPr sz="1200">
                    <a:solidFill>
                      <a:schemeClr val="tx2"/>
                    </a:solidFill>
                    <a:latin typeface="Grandview" pitchFamily="34" charset="0"/>
                  </a:defRPr>
                </a:lvl3pPr>
                <a:lvl4pPr marL="685800" indent="-171450" defTabSz="685800">
                  <a:lnSpc>
                    <a:spcPct val="110000"/>
                  </a:lnSpc>
                  <a:spcBef>
                    <a:spcPts val="375"/>
                  </a:spcBef>
                  <a:buClr>
                    <a:srgbClr val="8D87A6"/>
                  </a:buClr>
                  <a:buSzPct val="75000"/>
                  <a:buFont typeface="Wingdings" panose="05000000000000000000" pitchFamily="2" charset="2"/>
                  <a:buChar char="§"/>
                  <a:defRPr sz="1000">
                    <a:solidFill>
                      <a:schemeClr val="tx2"/>
                    </a:solidFill>
                    <a:latin typeface="Grandview" pitchFamily="34" charset="0"/>
                  </a:defRPr>
                </a:lvl4pPr>
                <a:lvl5pPr marL="857250" indent="-171450" defTabSz="685800">
                  <a:lnSpc>
                    <a:spcPct val="110000"/>
                  </a:lnSpc>
                  <a:spcBef>
                    <a:spcPts val="375"/>
                  </a:spcBef>
                  <a:buClr>
                    <a:srgbClr val="8D87A6"/>
                  </a:buClr>
                  <a:buSzPct val="75000"/>
                  <a:buFont typeface="Wingdings" panose="05000000000000000000" pitchFamily="2" charset="2"/>
                  <a:buChar char="§"/>
                  <a:defRPr sz="1000">
                    <a:solidFill>
                      <a:schemeClr val="tx2"/>
                    </a:solidFill>
                    <a:latin typeface="Grandview" pitchFamily="34" charset="0"/>
                  </a:defRPr>
                </a:lvl5pPr>
                <a:lvl6pPr marL="1314450" indent="-171450" defTabSz="685800" eaLnBrk="0" fontAlgn="base" hangingPunct="0">
                  <a:lnSpc>
                    <a:spcPct val="110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8D87A6"/>
                  </a:buClr>
                  <a:buSzPct val="75000"/>
                  <a:buFont typeface="Wingdings" panose="05000000000000000000" pitchFamily="2" charset="2"/>
                  <a:buChar char="§"/>
                  <a:defRPr sz="1000">
                    <a:solidFill>
                      <a:schemeClr val="tx2"/>
                    </a:solidFill>
                    <a:latin typeface="Grandview" pitchFamily="34" charset="0"/>
                  </a:defRPr>
                </a:lvl6pPr>
                <a:lvl7pPr marL="1771650" indent="-171450" defTabSz="685800" eaLnBrk="0" fontAlgn="base" hangingPunct="0">
                  <a:lnSpc>
                    <a:spcPct val="110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8D87A6"/>
                  </a:buClr>
                  <a:buSzPct val="75000"/>
                  <a:buFont typeface="Wingdings" panose="05000000000000000000" pitchFamily="2" charset="2"/>
                  <a:buChar char="§"/>
                  <a:defRPr sz="1000">
                    <a:solidFill>
                      <a:schemeClr val="tx2"/>
                    </a:solidFill>
                    <a:latin typeface="Grandview" pitchFamily="34" charset="0"/>
                  </a:defRPr>
                </a:lvl7pPr>
                <a:lvl8pPr marL="2228850" indent="-171450" defTabSz="685800" eaLnBrk="0" fontAlgn="base" hangingPunct="0">
                  <a:lnSpc>
                    <a:spcPct val="110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8D87A6"/>
                  </a:buClr>
                  <a:buSzPct val="75000"/>
                  <a:buFont typeface="Wingdings" panose="05000000000000000000" pitchFamily="2" charset="2"/>
                  <a:buChar char="§"/>
                  <a:defRPr sz="1000">
                    <a:solidFill>
                      <a:schemeClr val="tx2"/>
                    </a:solidFill>
                    <a:latin typeface="Grandview" pitchFamily="34" charset="0"/>
                  </a:defRPr>
                </a:lvl8pPr>
                <a:lvl9pPr marL="2686050" indent="-171450" defTabSz="685800" eaLnBrk="0" fontAlgn="base" hangingPunct="0">
                  <a:lnSpc>
                    <a:spcPct val="110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8D87A6"/>
                  </a:buClr>
                  <a:buSzPct val="75000"/>
                  <a:buFont typeface="Wingdings" panose="05000000000000000000" pitchFamily="2" charset="2"/>
                  <a:buChar char="§"/>
                  <a:defRPr sz="1000">
                    <a:solidFill>
                      <a:schemeClr val="tx2"/>
                    </a:solidFill>
                    <a:latin typeface="Grandview" pitchFamily="34" charset="0"/>
                  </a:defRPr>
                </a:lvl9pPr>
              </a:lstStyle>
              <a:p>
                <a:pPr algn="just"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400" dirty="0">
                    <a:ea typeface="新細明體" panose="02020500000000000000" pitchFamily="18" charset="-120"/>
                  </a:rPr>
                  <a:t>Input: Context-free Grammar G with no cycles or </a:t>
                </a:r>
                <a14:m>
                  <m:oMath xmlns:m="http://schemas.openxmlformats.org/officeDocument/2006/math">
                    <m:r>
                      <a:rPr lang="zh-TW" altLang="en-US" sz="24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𝜆</m:t>
                    </m:r>
                  </m:oMath>
                </a14:m>
                <a:r>
                  <a:rPr lang="en-US" altLang="zh-TW" sz="2400" dirty="0">
                    <a:ea typeface="新細明體" panose="02020500000000000000" pitchFamily="18" charset="-120"/>
                  </a:rPr>
                  <a:t>-production</a:t>
                </a:r>
              </a:p>
              <a:p>
                <a:pPr algn="just"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400" dirty="0">
                    <a:ea typeface="新細明體" panose="02020500000000000000" pitchFamily="18" charset="-120"/>
                  </a:rPr>
                  <a:t>Methods: </a:t>
                </a:r>
              </a:p>
              <a:p>
                <a:pPr algn="just">
                  <a:lnSpc>
                    <a:spcPct val="80000"/>
                  </a:lnSpc>
                  <a:buNone/>
                </a:pPr>
                <a:r>
                  <a:rPr lang="en-US" altLang="zh-TW" sz="2400" dirty="0">
                    <a:ea typeface="新細明體" panose="02020500000000000000" pitchFamily="18" charset="-120"/>
                  </a:rPr>
                  <a:t>1. Arrange the </a:t>
                </a:r>
                <a:r>
                  <a:rPr lang="en-US" altLang="zh-TW" sz="2400" dirty="0" err="1">
                    <a:ea typeface="新細明體" panose="02020500000000000000" pitchFamily="18" charset="-120"/>
                  </a:rPr>
                  <a:t>nonterminals</a:t>
                </a:r>
                <a:r>
                  <a:rPr lang="en-US" altLang="zh-TW" sz="2400" dirty="0">
                    <a:ea typeface="新細明體" panose="02020500000000000000" pitchFamily="18" charset="-120"/>
                  </a:rPr>
                  <a:t> in some order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𝐴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,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𝐴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, …,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𝐴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TW" sz="2400" dirty="0">
                  <a:ea typeface="新細明體" panose="02020500000000000000" pitchFamily="18" charset="-120"/>
                </a:endParaRPr>
              </a:p>
              <a:p>
                <a:pPr algn="just"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400" dirty="0">
                    <a:ea typeface="新細明體" panose="02020500000000000000" pitchFamily="18" charset="-120"/>
                  </a:rPr>
                  <a:t>2. for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𝑖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=1</m:t>
                    </m:r>
                  </m:oMath>
                </a14:m>
                <a:r>
                  <a:rPr lang="en-US" altLang="zh-TW" sz="2400" dirty="0">
                    <a:ea typeface="新細明體" panose="02020500000000000000" pitchFamily="18" charset="-120"/>
                  </a:rPr>
                  <a:t> to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𝑛</m:t>
                    </m:r>
                  </m:oMath>
                </a14:m>
                <a:r>
                  <a:rPr lang="en-US" altLang="zh-TW" sz="2400" dirty="0">
                    <a:ea typeface="新細明體" panose="02020500000000000000" pitchFamily="18" charset="-120"/>
                  </a:rPr>
                  <a:t> do</a:t>
                </a:r>
              </a:p>
              <a:p>
                <a:pPr algn="just"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400" dirty="0">
                    <a:ea typeface="新細明體" panose="02020500000000000000" pitchFamily="18" charset="-120"/>
                  </a:rPr>
                  <a:t>    {</a:t>
                </a:r>
              </a:p>
              <a:p>
                <a:pPr algn="just"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400" dirty="0">
                    <a:ea typeface="新細明體" panose="02020500000000000000" pitchFamily="18" charset="-120"/>
                  </a:rPr>
                  <a:t>		for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𝑗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=1 </m:t>
                    </m:r>
                  </m:oMath>
                </a14:m>
                <a:r>
                  <a:rPr lang="en-US" altLang="zh-TW" sz="2400" dirty="0">
                    <a:ea typeface="新細明體" panose="02020500000000000000" pitchFamily="18" charset="-120"/>
                  </a:rPr>
                  <a:t>to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𝑖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−1</m:t>
                    </m:r>
                  </m:oMath>
                </a14:m>
                <a:r>
                  <a:rPr lang="en-US" altLang="zh-TW" sz="2400" dirty="0">
                    <a:ea typeface="新細明體" panose="02020500000000000000" pitchFamily="18" charset="-120"/>
                  </a:rPr>
                  <a:t> do </a:t>
                </a:r>
              </a:p>
              <a:p>
                <a:pPr algn="just"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400" dirty="0">
                    <a:ea typeface="新細明體" panose="02020500000000000000" pitchFamily="18" charset="-120"/>
                  </a:rPr>
                  <a:t>		{</a:t>
                </a:r>
              </a:p>
              <a:p>
                <a:pPr algn="just"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400" dirty="0">
                    <a:ea typeface="新細明體" panose="02020500000000000000" pitchFamily="18" charset="-120"/>
                  </a:rPr>
                  <a:t>			replace each production of the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𝐴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𝑖</m:t>
                        </m:r>
                      </m:sub>
                    </m:sSub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𝐴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𝑗</m:t>
                        </m:r>
                      </m:sub>
                    </m:sSub>
                    <m:r>
                      <a:rPr lang="zh-TW" altLang="en-US" sz="2400" i="1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𝛾</m:t>
                    </m:r>
                  </m:oMath>
                </a14:m>
                <a:r>
                  <a:rPr lang="en-US" altLang="zh-TW" sz="2400" dirty="0">
                    <a:ea typeface="新細明體" panose="02020500000000000000" pitchFamily="18" charset="-120"/>
                  </a:rPr>
                  <a:t> by the production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𝐴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𝑖</m:t>
                        </m:r>
                      </m:sub>
                    </m:sSub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</m:ctrlPr>
                      </m:sSubPr>
                      <m:e>
                        <m:r>
                          <a:rPr lang="zh-TW" altLang="en-US" sz="240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1</m:t>
                        </m:r>
                      </m:sub>
                    </m:sSub>
                    <m:r>
                      <a:rPr lang="zh-TW" altLang="en-US" sz="2400" i="1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𝛾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|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2</m:t>
                        </m:r>
                      </m:sub>
                    </m:sSub>
                    <m:r>
                      <a:rPr lang="zh-TW" altLang="en-US" sz="2400" i="1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𝛾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|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𝑘</m:t>
                        </m:r>
                      </m:sub>
                    </m:sSub>
                    <m:r>
                      <a:rPr lang="zh-TW" altLang="en-US" sz="2400" i="1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𝛾</m:t>
                    </m:r>
                  </m:oMath>
                </a14:m>
                <a:r>
                  <a:rPr lang="en-US" altLang="zh-TW" sz="2400" dirty="0">
                    <a:ea typeface="新細明體" panose="02020500000000000000" pitchFamily="18" charset="-120"/>
                    <a:sym typeface="Symbol" panose="05050102010706020507" pitchFamily="18" charset="2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𝐴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𝑗</m:t>
                        </m:r>
                      </m:sub>
                    </m:sSub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</m:ctrlPr>
                      </m:sSubPr>
                      <m:e>
                        <m:r>
                          <a:rPr lang="zh-TW" altLang="en-US" sz="240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|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2</m:t>
                        </m:r>
                      </m:sub>
                    </m:sSub>
                    <m:r>
                      <a:rPr lang="en-US" altLang="zh-TW" sz="2400" i="1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|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400" dirty="0">
                    <a:ea typeface="新細明體" panose="02020500000000000000" pitchFamily="18" charset="-120"/>
                  </a:rPr>
                  <a:t> are all </a:t>
                </a:r>
                <a:r>
                  <a:rPr lang="en-US" altLang="zh-TW" sz="2400" u="sng" dirty="0">
                    <a:ea typeface="新細明體" panose="02020500000000000000" pitchFamily="18" charset="-120"/>
                  </a:rPr>
                  <a:t>current</a:t>
                </a:r>
                <a:r>
                  <a:rPr lang="en-US" altLang="zh-TW" sz="2400" dirty="0">
                    <a:ea typeface="新細明體" panose="02020500000000000000" pitchFamily="18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𝐴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400" dirty="0">
                    <a:ea typeface="新細明體" panose="02020500000000000000" pitchFamily="18" charset="-120"/>
                  </a:rPr>
                  <a:t>-production;</a:t>
                </a:r>
              </a:p>
              <a:p>
                <a:pPr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400" dirty="0">
                    <a:ea typeface="新細明體" panose="02020500000000000000" pitchFamily="18" charset="-120"/>
                  </a:rPr>
                  <a:t>        } </a:t>
                </a:r>
              </a:p>
              <a:p>
                <a:pPr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400" dirty="0">
                    <a:ea typeface="新細明體" panose="02020500000000000000" pitchFamily="18" charset="-120"/>
                  </a:rPr>
                  <a:t>		eliminate the immediate left-recursion among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𝐴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400" dirty="0">
                    <a:ea typeface="新細明體" panose="02020500000000000000" pitchFamily="18" charset="-120"/>
                  </a:rPr>
                  <a:t>-production;</a:t>
                </a:r>
              </a:p>
              <a:p>
                <a:pPr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400" dirty="0">
                    <a:ea typeface="新細明體" panose="02020500000000000000" pitchFamily="18" charset="-120"/>
                  </a:rPr>
                  <a:t>     }</a:t>
                </a:r>
              </a:p>
              <a:p>
                <a:pPr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400" dirty="0">
                    <a:solidFill>
                      <a:srgbClr val="FF0000"/>
                    </a:solidFill>
                    <a:ea typeface="新細明體" panose="02020500000000000000" pitchFamily="18" charset="-120"/>
                  </a:rPr>
                  <a:t>#We say a grammar G is cyclic if for some nonterminal A in G, we have A ⇒</a:t>
                </a:r>
                <a:r>
                  <a:rPr lang="en-US" altLang="zh-TW" sz="2400" baseline="30000" dirty="0">
                    <a:solidFill>
                      <a:srgbClr val="FF0000"/>
                    </a:solidFill>
                    <a:ea typeface="新細明體" panose="02020500000000000000" pitchFamily="18" charset="-120"/>
                  </a:rPr>
                  <a:t>+</a:t>
                </a:r>
                <a:r>
                  <a:rPr lang="en-US" altLang="zh-TW" sz="2400" dirty="0">
                    <a:solidFill>
                      <a:srgbClr val="FF0000"/>
                    </a:solidFill>
                    <a:ea typeface="新細明體" panose="02020500000000000000" pitchFamily="18" charset="-120"/>
                  </a:rPr>
                  <a:t> A</a:t>
                </a:r>
              </a:p>
              <a:p>
                <a:pPr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endParaRPr lang="en-US" altLang="zh-TW" sz="2400" dirty="0">
                  <a:ea typeface="新細明體" panose="02020500000000000000" pitchFamily="18" charset="-120"/>
                </a:endParaRPr>
              </a:p>
            </p:txBody>
          </p:sp>
        </mc:Choice>
        <mc:Fallback>
          <p:sp>
            <p:nvSpPr>
              <p:cNvPr id="19460" name="Rectangle 3">
                <a:extLst>
                  <a:ext uri="{FF2B5EF4-FFF2-40B4-BE49-F238E27FC236}">
                    <a16:creationId xmlns:a16="http://schemas.microsoft.com/office/drawing/2014/main" id="{FE5FE32C-2522-1E79-8D77-A061042C7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899" y="1550988"/>
                <a:ext cx="10956022" cy="5334000"/>
              </a:xfrm>
              <a:prstGeom prst="rect">
                <a:avLst/>
              </a:prstGeom>
              <a:blipFill>
                <a:blip r:embed="rId2"/>
                <a:stretch>
                  <a:fillRect l="-890" t="-2400" r="-83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標題 1">
            <a:extLst>
              <a:ext uri="{FF2B5EF4-FFF2-40B4-BE49-F238E27FC236}">
                <a16:creationId xmlns:a16="http://schemas.microsoft.com/office/drawing/2014/main" id="{ED508B0B-1A15-3299-BDD8-CB3FC5C790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An Example</a:t>
            </a:r>
            <a:endParaRPr lang="zh-TW" altLang="en-US">
              <a:ea typeface="新細明體" panose="02020500000000000000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3" name="內容版面配置區 2">
                <a:extLst>
                  <a:ext uri="{FF2B5EF4-FFF2-40B4-BE49-F238E27FC236}">
                    <a16:creationId xmlns:a16="http://schemas.microsoft.com/office/drawing/2014/main" id="{86FB06E1-0104-E2C0-1540-1876720E6F56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 eaLnBrk="1" hangingPunct="1"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e.g. </a:t>
                </a:r>
              </a:p>
              <a:p>
                <a:pPr algn="just"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𝑆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→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𝐴𝑎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|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𝑏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       </m:t>
                      </m:r>
                    </m:oMath>
                  </m:oMathPara>
                </a14:m>
                <a:endParaRPr lang="en-US" altLang="zh-TW" sz="2000" dirty="0">
                  <a:ea typeface="新細明體" panose="02020500000000000000" pitchFamily="18" charset="-120"/>
                </a:endParaRPr>
              </a:p>
              <a:p>
                <a:pPr algn="just" eaLnBrk="1" hangingPunct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𝐴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→ 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𝐴𝑐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| 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𝑆𝑑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| 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𝑒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  </m:t>
                      </m:r>
                    </m:oMath>
                  </m:oMathPara>
                </a14:m>
                <a:endParaRPr lang="en-US" altLang="zh-TW" sz="2000" dirty="0">
                  <a:ea typeface="新細明體" panose="02020500000000000000" pitchFamily="18" charset="-120"/>
                </a:endParaRPr>
              </a:p>
              <a:p>
                <a:pPr algn="just" eaLnBrk="1" hangingPunct="1"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 </a:t>
                </a:r>
              </a:p>
              <a:p>
                <a:pPr algn="just" eaLnBrk="1" hangingPunct="1"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Step 1: ==&gt; 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𝑆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→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𝐴𝑎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|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𝑏</m:t>
                    </m:r>
                  </m:oMath>
                </a14:m>
                <a:endParaRPr lang="en-US" altLang="zh-TW" sz="2000" dirty="0">
                  <a:ea typeface="新細明體" panose="02020500000000000000" pitchFamily="18" charset="-120"/>
                </a:endParaRPr>
              </a:p>
              <a:p>
                <a:pPr algn="just" eaLnBrk="1" hangingPunct="1"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Step 2: ==&gt; 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→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𝐴𝑐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| 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𝐴𝑎𝑑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|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𝑏𝑑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|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𝑒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 </m:t>
                    </m:r>
                  </m:oMath>
                </a14:m>
                <a:endParaRPr lang="en-US" altLang="zh-TW" sz="2000" dirty="0">
                  <a:ea typeface="新細明體" panose="02020500000000000000" pitchFamily="18" charset="-120"/>
                </a:endParaRPr>
              </a:p>
              <a:p>
                <a:pPr algn="just" eaLnBrk="1" hangingPunct="1"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Step 3: ==&gt; 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→ 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𝑏𝑑𝐴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′ |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𝑒𝐴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′   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′ → 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𝑐𝐴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′ |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𝑎𝑑𝐴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′ |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</m:t>
                    </m:r>
                  </m:oMath>
                </a14:m>
                <a:endParaRPr lang="en-US" altLang="zh-TW" sz="2000" dirty="0">
                  <a:ea typeface="新細明體" panose="02020500000000000000" pitchFamily="18" charset="-120"/>
                </a:endParaRPr>
              </a:p>
            </p:txBody>
          </p:sp>
        </mc:Choice>
        <mc:Fallback xmlns="">
          <p:sp>
            <p:nvSpPr>
              <p:cNvPr id="20483" name="內容版面配置區 2">
                <a:extLst>
                  <a:ext uri="{FF2B5EF4-FFF2-40B4-BE49-F238E27FC236}">
                    <a16:creationId xmlns:a16="http://schemas.microsoft.com/office/drawing/2014/main" id="{86FB06E1-0104-E2C0-1540-1876720E6F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0" t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84" name="投影片編號版面配置區 3">
            <a:extLst>
              <a:ext uri="{FF2B5EF4-FFF2-40B4-BE49-F238E27FC236}">
                <a16:creationId xmlns:a16="http://schemas.microsoft.com/office/drawing/2014/main" id="{DCD2B73B-D1D9-6FB8-53C0-FFE65A6F22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fld id="{C44D4926-9526-454F-8704-2D3955595F33}" type="slidenum">
              <a:rPr lang="en-US" altLang="zh-TW" smtClean="0">
                <a:solidFill>
                  <a:srgbClr val="898989"/>
                </a:solidFill>
              </a:rPr>
              <a:pPr/>
              <a:t>38</a:t>
            </a:fld>
            <a:endParaRPr lang="en-US" altLang="zh-TW">
              <a:solidFill>
                <a:srgbClr val="89898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標題 1">
            <a:extLst>
              <a:ext uri="{FF2B5EF4-FFF2-40B4-BE49-F238E27FC236}">
                <a16:creationId xmlns:a16="http://schemas.microsoft.com/office/drawing/2014/main" id="{6D4E4307-5173-7FDA-8308-EE35C5A9CC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5325" y="0"/>
            <a:ext cx="10325100" cy="1443038"/>
          </a:xfrm>
        </p:spPr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Non-backtracking (recursive-descent) parsing 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21507" name="投影片編號版面配置區 3">
            <a:extLst>
              <a:ext uri="{FF2B5EF4-FFF2-40B4-BE49-F238E27FC236}">
                <a16:creationId xmlns:a16="http://schemas.microsoft.com/office/drawing/2014/main" id="{06AABDE3-76B6-ECC7-FD86-533D15C4A6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fld id="{99172DC1-7D23-4622-9CF8-252D4057E9B1}" type="slidenum">
              <a:rPr lang="en-US" altLang="zh-TW" smtClean="0">
                <a:solidFill>
                  <a:srgbClr val="898989"/>
                </a:solidFill>
              </a:rPr>
              <a:pPr/>
              <a:t>39</a:t>
            </a:fld>
            <a:endParaRPr lang="en-US" altLang="zh-TW">
              <a:solidFill>
                <a:srgbClr val="89898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8" name="Rectangle 3">
                <a:extLst>
                  <a:ext uri="{FF2B5EF4-FFF2-40B4-BE49-F238E27FC236}">
                    <a16:creationId xmlns:a16="http://schemas.microsoft.com/office/drawing/2014/main" id="{9E5C79D4-80E9-D765-7169-78A01FC7555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95325" y="1557338"/>
                <a:ext cx="10915038" cy="4987925"/>
              </a:xfrm>
            </p:spPr>
            <p:txBody>
              <a:bodyPr>
                <a:normAutofit/>
              </a:bodyPr>
              <a:lstStyle/>
              <a:p>
                <a:pPr marL="533400" indent="-533400" algn="just"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400" dirty="0">
                    <a:ea typeface="新細明體" panose="02020500000000000000" pitchFamily="18" charset="-120"/>
                  </a:rPr>
                  <a:t>recursive descent : use a collection of mutually recursive </a:t>
                </a:r>
              </a:p>
              <a:p>
                <a:pPr marL="533400" indent="-533400" algn="just"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400" dirty="0">
                    <a:ea typeface="新細明體" panose="02020500000000000000" pitchFamily="18" charset="-120"/>
                  </a:rPr>
                  <a:t>routines to perform the syntax analysis.</a:t>
                </a:r>
              </a:p>
              <a:p>
                <a:pPr marL="533400" indent="-533400" algn="just"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en-US" altLang="zh-TW" sz="2400" dirty="0">
                  <a:ea typeface="新細明體" panose="02020500000000000000" pitchFamily="18" charset="-120"/>
                </a:endParaRPr>
              </a:p>
              <a:p>
                <a:pPr marL="533400" indent="-533400" algn="just">
                  <a:lnSpc>
                    <a:spcPct val="90000"/>
                  </a:lnSpc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Left Factoring : 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→ 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𝛼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TW" altLang="en-US" sz="2000" i="1" dirty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  <m:t>𝛽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| 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𝛼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  <m:t>𝛽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 ==&gt; 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→ 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𝛼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′  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′ →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  <m:t>𝛽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|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  <m:t>𝛽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  <m:t>2</m:t>
                        </m:r>
                      </m:sub>
                    </m:sSub>
                  </m:oMath>
                </a14:m>
                <a:endParaRPr lang="en-US" altLang="zh-TW" sz="2000" dirty="0">
                  <a:ea typeface="新細明體" panose="02020500000000000000" pitchFamily="18" charset="-120"/>
                </a:endParaRPr>
              </a:p>
              <a:p>
                <a:pPr marL="533400" indent="-533400" algn="just"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en-US" altLang="zh-TW" sz="2000" dirty="0">
                  <a:ea typeface="新細明體" panose="02020500000000000000" pitchFamily="18" charset="-120"/>
                </a:endParaRPr>
              </a:p>
              <a:p>
                <a:pPr marL="533400" indent="-533400" algn="just"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Methods: </a:t>
                </a:r>
              </a:p>
              <a:p>
                <a:pPr marL="0" indent="0" algn="just" eaLnBrk="1" hangingPunct="1">
                  <a:lnSpc>
                    <a:spcPct val="90000"/>
                  </a:lnSpc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1. For each nonterminal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find the </a:t>
                </a:r>
                <a:r>
                  <a:rPr lang="en-US" altLang="zh-TW" sz="2000" b="1" dirty="0">
                    <a:ea typeface="新細明體" panose="02020500000000000000" pitchFamily="18" charset="-120"/>
                  </a:rPr>
                  <a:t>longest prefix </a:t>
                </a:r>
                <a14:m>
                  <m:oMath xmlns:m="http://schemas.openxmlformats.org/officeDocument/2006/math">
                    <m:r>
                      <a:rPr lang="zh-TW" altLang="en-US" sz="2000" b="1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𝜶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common to two or more of its alternatives. If 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𝛼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</m:t>
                    </m:r>
                    <m:r>
                      <a:rPr lang="en-US" altLang="zh-TW" sz="2000" b="1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</m:t>
                    </m:r>
                    <m:r>
                      <a:rPr lang="en-US" altLang="zh-TW" sz="2000" b="1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</m:t>
                    </m:r>
                    <m:r>
                      <a:rPr lang="zh-TW" altLang="en-US" sz="2000" b="1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𝜆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replace all the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productions</a:t>
                </a:r>
              </a:p>
              <a:p>
                <a:pPr marL="533400" indent="-533400" algn="just">
                  <a:lnSpc>
                    <a:spcPct val="90000"/>
                  </a:lnSpc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→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𝛼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  <m:t>𝛽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| 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𝛼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  <m:t>𝛽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  <m:t>2</m:t>
                        </m:r>
                      </m:sub>
                    </m:sSub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| … | 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𝛼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  <m:t>𝛽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  <m:t>𝑛</m:t>
                        </m:r>
                      </m:sub>
                    </m:sSub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|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𝑜𝑡h𝑒𝑟𝑠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by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→ 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𝛼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‘ |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𝑜𝑡h𝑒𝑟𝑠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′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  <m:t>𝛽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| 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  <m:t>𝛽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  <m:t>2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| … | 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  <m:t>𝛽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rPr>
                          <m:t>𝑛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|</m:t>
                    </m:r>
                  </m:oMath>
                </a14:m>
                <a:endParaRPr lang="en-US" altLang="zh-TW" sz="2000" dirty="0">
                  <a:ea typeface="新細明體" panose="02020500000000000000" pitchFamily="18" charset="-120"/>
                </a:endParaRPr>
              </a:p>
              <a:p>
                <a:pPr marL="533400" indent="-533400" algn="just"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2. Repeat the transformation until no more found</a:t>
                </a:r>
              </a:p>
              <a:p>
                <a:pPr marL="533400" indent="-533400" algn="just"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e.g.  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𝑆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𝑖𝐶𝑡𝑆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| 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𝑖𝐶𝑡𝑆𝑒𝑆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|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𝑎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  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𝐶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𝑏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 </m:t>
                    </m:r>
                  </m:oMath>
                </a14:m>
                <a:endParaRPr lang="en-US" altLang="zh-TW" sz="2000" dirty="0">
                  <a:ea typeface="新細明體" panose="02020500000000000000" pitchFamily="18" charset="-120"/>
                </a:endParaRPr>
              </a:p>
              <a:p>
                <a:pPr marL="533400" indent="-533400" algn="just"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==&gt; 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𝑆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→ 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𝑖𝐶𝑡𝑆𝑆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′ |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𝑎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  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𝑆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′ → 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𝑒𝑆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| 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𝜆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  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𝐶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→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𝑏</m:t>
                    </m:r>
                  </m:oMath>
                </a14:m>
                <a:endParaRPr lang="en-US" altLang="zh-TW" sz="2000" dirty="0">
                  <a:ea typeface="新細明體" panose="02020500000000000000" pitchFamily="18" charset="-120"/>
                </a:endParaRPr>
              </a:p>
              <a:p>
                <a:pPr marL="533400" indent="-533400" eaLnBrk="1" hangingPunct="1">
                  <a:lnSpc>
                    <a:spcPct val="90000"/>
                  </a:lnSpc>
                </a:pPr>
                <a:endParaRPr lang="en-US" altLang="zh-TW" sz="2400" dirty="0">
                  <a:ea typeface="新細明體" panose="02020500000000000000" pitchFamily="18" charset="-120"/>
                </a:endParaRPr>
              </a:p>
            </p:txBody>
          </p:sp>
        </mc:Choice>
        <mc:Fallback xmlns="">
          <p:sp>
            <p:nvSpPr>
              <p:cNvPr id="21508" name="Rectangle 3">
                <a:extLst>
                  <a:ext uri="{FF2B5EF4-FFF2-40B4-BE49-F238E27FC236}">
                    <a16:creationId xmlns:a16="http://schemas.microsoft.com/office/drawing/2014/main" id="{9E5C79D4-80E9-D765-7169-78A01FC755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5325" y="1557338"/>
                <a:ext cx="10915038" cy="4987925"/>
              </a:xfrm>
              <a:blipFill>
                <a:blip r:embed="rId2"/>
                <a:stretch>
                  <a:fillRect l="-838" t="-1709" r="-11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標題 1">
            <a:extLst>
              <a:ext uri="{FF2B5EF4-FFF2-40B4-BE49-F238E27FC236}">
                <a16:creationId xmlns:a16="http://schemas.microsoft.com/office/drawing/2014/main" id="{EF71BB83-C81E-9028-B6A8-8604E1E7F1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Predicative Parsing </a:t>
            </a:r>
            <a:endParaRPr lang="zh-TW" altLang="en-US">
              <a:ea typeface="新細明體" panose="02020500000000000000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1" name="內容版面配置區 2">
                <a:extLst>
                  <a:ext uri="{FF2B5EF4-FFF2-40B4-BE49-F238E27FC236}">
                    <a16:creationId xmlns:a16="http://schemas.microsoft.com/office/drawing/2014/main" id="{D0C8FE5C-6FAE-A217-DC0B-9F0C5C8BD84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u="sng" dirty="0">
                    <a:ea typeface="新細明體" panose="02020500000000000000" pitchFamily="18" charset="-120"/>
                  </a:rPr>
                  <a:t>Features:</a:t>
                </a:r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   - maintains a stack rather than recursive calls               </a:t>
                </a:r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   - table-driven</a:t>
                </a:r>
                <a:endParaRPr lang="en-US" altLang="zh-TW" sz="2000" u="sng" dirty="0">
                  <a:ea typeface="新細明體" panose="02020500000000000000" pitchFamily="18" charset="-120"/>
                </a:endParaRPr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u="sng" dirty="0">
                    <a:ea typeface="新細明體" panose="02020500000000000000" pitchFamily="18" charset="-120"/>
                  </a:rPr>
                  <a:t>Components:</a:t>
                </a:r>
                <a:r>
                  <a:rPr lang="en-US" altLang="zh-TW" sz="2000" dirty="0">
                    <a:ea typeface="新細明體" panose="02020500000000000000" pitchFamily="18" charset="-120"/>
                  </a:rPr>
                  <a:t> </a:t>
                </a:r>
              </a:p>
              <a:p>
                <a:pPr algn="just"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1. An input buffer with end marker ($)  </a:t>
                </a:r>
              </a:p>
              <a:p>
                <a:pPr algn="just"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2. A stack with </a:t>
                </a:r>
                <a:r>
                  <a:rPr lang="en-US" altLang="zh-TW" sz="2000" dirty="0" err="1">
                    <a:ea typeface="新細明體" panose="02020500000000000000" pitchFamily="18" charset="-120"/>
                  </a:rPr>
                  <a:t>endmarker</a:t>
                </a:r>
                <a:r>
                  <a:rPr lang="en-US" altLang="zh-TW" sz="2000" dirty="0">
                    <a:ea typeface="新細明體" panose="02020500000000000000" pitchFamily="18" charset="-120"/>
                  </a:rPr>
                  <a:t> ($) on the bottom  </a:t>
                </a:r>
              </a:p>
              <a:p>
                <a:pPr algn="just"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3. A parsing table, a two-dimensional array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𝑀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[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,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𝑎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]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, where ‘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’ is a nonterminal symbol and ‘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𝑎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’ is the current input symbol (terminal/token). </a:t>
                </a:r>
              </a:p>
            </p:txBody>
          </p:sp>
        </mc:Choice>
        <mc:Fallback xmlns="">
          <p:sp>
            <p:nvSpPr>
              <p:cNvPr id="22531" name="內容版面配置區 2">
                <a:extLst>
                  <a:ext uri="{FF2B5EF4-FFF2-40B4-BE49-F238E27FC236}">
                    <a16:creationId xmlns:a16="http://schemas.microsoft.com/office/drawing/2014/main" id="{D0C8FE5C-6FAE-A217-DC0B-9F0C5C8BD8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0" t="-1880" r="-6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2" name="投影片編號版面配置區 3">
            <a:extLst>
              <a:ext uri="{FF2B5EF4-FFF2-40B4-BE49-F238E27FC236}">
                <a16:creationId xmlns:a16="http://schemas.microsoft.com/office/drawing/2014/main" id="{3ADBA575-BA28-ED41-EE1B-9DC9011BEA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fld id="{22E54F00-ABDE-42FE-8BB6-BFB7770F5A7C}" type="slidenum">
              <a:rPr lang="en-US" altLang="zh-TW" smtClean="0">
                <a:solidFill>
                  <a:srgbClr val="898989"/>
                </a:solidFill>
              </a:rPr>
              <a:pPr/>
              <a:t>40</a:t>
            </a:fld>
            <a:endParaRPr lang="en-US" altLang="zh-TW">
              <a:solidFill>
                <a:srgbClr val="89898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投影片編號版面配置區 1">
            <a:extLst>
              <a:ext uri="{FF2B5EF4-FFF2-40B4-BE49-F238E27FC236}">
                <a16:creationId xmlns:a16="http://schemas.microsoft.com/office/drawing/2014/main" id="{3AFD7012-3435-ED3A-ACD2-90BFA4759A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fld id="{0CD97785-6B3C-4997-8675-9B5DF8CAFB89}" type="slidenum">
              <a:rPr lang="en-US" altLang="zh-TW" smtClean="0">
                <a:solidFill>
                  <a:srgbClr val="898989"/>
                </a:solidFill>
              </a:rPr>
              <a:pPr/>
              <a:t>41</a:t>
            </a:fld>
            <a:endParaRPr lang="en-US" altLang="zh-TW">
              <a:solidFill>
                <a:srgbClr val="898989"/>
              </a:solidFill>
            </a:endParaRPr>
          </a:p>
        </p:txBody>
      </p:sp>
      <p:pic>
        <p:nvPicPr>
          <p:cNvPr id="23555" name="圖片 2">
            <a:extLst>
              <a:ext uri="{FF2B5EF4-FFF2-40B4-BE49-F238E27FC236}">
                <a16:creationId xmlns:a16="http://schemas.microsoft.com/office/drawing/2014/main" id="{96D4BFB3-0E01-7F92-6AE0-5B6D241EC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620713"/>
            <a:ext cx="8064500" cy="559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標題 1">
            <a:extLst>
              <a:ext uri="{FF2B5EF4-FFF2-40B4-BE49-F238E27FC236}">
                <a16:creationId xmlns:a16="http://schemas.microsoft.com/office/drawing/2014/main" id="{E164DDED-24C0-93A3-70B7-21C7ED6B10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8649" y="190125"/>
            <a:ext cx="10325000" cy="1442463"/>
          </a:xfrm>
        </p:spPr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Parsing Table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24579" name="投影片編號版面配置區 3">
            <a:extLst>
              <a:ext uri="{FF2B5EF4-FFF2-40B4-BE49-F238E27FC236}">
                <a16:creationId xmlns:a16="http://schemas.microsoft.com/office/drawing/2014/main" id="{A61FEC6E-74DD-D0CC-1D67-5DB99D3479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fld id="{68869977-8E2B-4DB7-8DCB-1AF03BD940E5}" type="slidenum">
              <a:rPr lang="en-US" altLang="zh-TW" smtClean="0">
                <a:solidFill>
                  <a:srgbClr val="898989"/>
                </a:solidFill>
              </a:rPr>
              <a:pPr/>
              <a:t>42</a:t>
            </a:fld>
            <a:endParaRPr lang="en-US" altLang="zh-TW">
              <a:solidFill>
                <a:srgbClr val="898989"/>
              </a:solidFill>
            </a:endParaRPr>
          </a:p>
        </p:txBody>
      </p:sp>
      <p:grpSp>
        <p:nvGrpSpPr>
          <p:cNvPr id="2" name="群組 1"/>
          <p:cNvGrpSpPr/>
          <p:nvPr/>
        </p:nvGrpSpPr>
        <p:grpSpPr>
          <a:xfrm>
            <a:off x="2979738" y="2924175"/>
            <a:ext cx="6140450" cy="1597025"/>
            <a:chOff x="2979738" y="2924175"/>
            <a:chExt cx="6140450" cy="1597025"/>
          </a:xfrm>
        </p:grpSpPr>
        <p:sp>
          <p:nvSpPr>
            <p:cNvPr id="24580" name="Line 5">
              <a:extLst>
                <a:ext uri="{FF2B5EF4-FFF2-40B4-BE49-F238E27FC236}">
                  <a16:creationId xmlns:a16="http://schemas.microsoft.com/office/drawing/2014/main" id="{FFE73570-CFEF-99CB-25CF-CCCEBA2936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375" y="3573463"/>
              <a:ext cx="58324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581" name="Line 6">
              <a:extLst>
                <a:ext uri="{FF2B5EF4-FFF2-40B4-BE49-F238E27FC236}">
                  <a16:creationId xmlns:a16="http://schemas.microsoft.com/office/drawing/2014/main" id="{F8E40DFD-5612-73E7-4675-552AD06185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375" y="4508500"/>
              <a:ext cx="59039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582" name="Line 7">
              <a:extLst>
                <a:ext uri="{FF2B5EF4-FFF2-40B4-BE49-F238E27FC236}">
                  <a16:creationId xmlns:a16="http://schemas.microsoft.com/office/drawing/2014/main" id="{2CB10B19-4881-EBE2-CA79-8D8F1EA40D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9875" y="2924175"/>
              <a:ext cx="0" cy="15843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583" name="Text Box 8">
                  <a:extLst>
                    <a:ext uri="{FF2B5EF4-FFF2-40B4-BE49-F238E27FC236}">
                      <a16:creationId xmlns:a16="http://schemas.microsoft.com/office/drawing/2014/main" id="{1CEBD275-A0EC-6091-7951-E01154AA686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9738" y="3016250"/>
                  <a:ext cx="1243033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𝑀</m:t>
                        </m:r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[</m:t>
                        </m:r>
                        <m:r>
                          <a:rPr lang="en-US" altLang="zh-TW" sz="2400" i="1" dirty="0" err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𝐴</m:t>
                        </m:r>
                        <m:r>
                          <a:rPr lang="en-US" altLang="zh-TW" sz="2400" i="1" dirty="0" err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,</m:t>
                        </m:r>
                        <m:r>
                          <a:rPr lang="en-US" altLang="zh-TW" sz="2400" i="1" dirty="0" err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𝑎</m:t>
                        </m:r>
                        <m:r>
                          <a:rPr lang="en-US" altLang="zh-TW" sz="2400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]</m:t>
                        </m:r>
                      </m:oMath>
                    </m:oMathPara>
                  </a14:m>
                  <a:endParaRPr lang="en-US" altLang="zh-TW" sz="2400" dirty="0">
                    <a:ea typeface="新細明體" panose="02020500000000000000" pitchFamily="18" charset="-120"/>
                  </a:endParaRPr>
                </a:p>
              </p:txBody>
            </p:sp>
          </mc:Choice>
          <mc:Fallback xmlns="">
            <p:sp>
              <p:nvSpPr>
                <p:cNvPr id="24583" name="Text Box 8">
                  <a:extLst>
                    <a:ext uri="{FF2B5EF4-FFF2-40B4-BE49-F238E27FC236}">
                      <a16:creationId xmlns:a16="http://schemas.microsoft.com/office/drawing/2014/main" id="{1CEBD275-A0EC-6091-7951-E01154AA68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79738" y="3016250"/>
                  <a:ext cx="1243033" cy="461665"/>
                </a:xfrm>
                <a:prstGeom prst="rect">
                  <a:avLst/>
                </a:prstGeom>
                <a:blipFill>
                  <a:blip r:embed="rId2"/>
                  <a:stretch>
                    <a:fillRect r="-490" b="-1973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584" name="Text Box 9">
                  <a:extLst>
                    <a:ext uri="{FF2B5EF4-FFF2-40B4-BE49-F238E27FC236}">
                      <a16:creationId xmlns:a16="http://schemas.microsoft.com/office/drawing/2014/main" id="{6F2EB061-0628-59CE-A7B6-7083324F9C6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67075" y="3808413"/>
                  <a:ext cx="442749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1" i="1" dirty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𝑺</m:t>
                        </m:r>
                      </m:oMath>
                    </m:oMathPara>
                  </a14:m>
                  <a:endParaRPr lang="en-US" altLang="zh-TW" sz="2400" b="1" dirty="0">
                    <a:ea typeface="新細明體" panose="02020500000000000000" pitchFamily="18" charset="-120"/>
                  </a:endParaRPr>
                </a:p>
              </p:txBody>
            </p:sp>
          </mc:Choice>
          <mc:Fallback xmlns="">
            <p:sp>
              <p:nvSpPr>
                <p:cNvPr id="24584" name="Text Box 9">
                  <a:extLst>
                    <a:ext uri="{FF2B5EF4-FFF2-40B4-BE49-F238E27FC236}">
                      <a16:creationId xmlns:a16="http://schemas.microsoft.com/office/drawing/2014/main" id="{6F2EB061-0628-59CE-A7B6-7083324F9C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67075" y="3808413"/>
                  <a:ext cx="442749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585" name="Text Box 10">
              <a:extLst>
                <a:ext uri="{FF2B5EF4-FFF2-40B4-BE49-F238E27FC236}">
                  <a16:creationId xmlns:a16="http://schemas.microsoft.com/office/drawing/2014/main" id="{8FB22A78-7683-7056-EDEB-CB3BE8F83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3475" y="2924175"/>
              <a:ext cx="292100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Grandview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randview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randview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randview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randvie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randvie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randvie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randvie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randview" pitchFamily="34" charset="0"/>
                </a:defRPr>
              </a:lvl9pPr>
            </a:lstStyle>
            <a:p>
              <a:pPr eaLnBrk="1" hangingPunct="1"/>
              <a:r>
                <a:rPr lang="en-US" altLang="zh-TW" sz="2400" b="1">
                  <a:ea typeface="新細明體" panose="02020500000000000000" pitchFamily="18" charset="-120"/>
                </a:rPr>
                <a:t>(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586" name="Text Box 11">
                  <a:extLst>
                    <a:ext uri="{FF2B5EF4-FFF2-40B4-BE49-F238E27FC236}">
                      <a16:creationId xmlns:a16="http://schemas.microsoft.com/office/drawing/2014/main" id="{AA0564C5-3B45-C237-28CF-D28F7E0A7B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24338" y="3789363"/>
                  <a:ext cx="1814343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1" i="1" dirty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𝑺</m:t>
                        </m:r>
                        <m:r>
                          <a:rPr lang="en-US" altLang="zh-TW" sz="2400" b="1" i="1" dirty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 → ( </m:t>
                        </m:r>
                        <m:r>
                          <a:rPr lang="en-US" altLang="zh-TW" sz="2400" b="1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Wingdings" panose="05000000000000000000" pitchFamily="2" charset="2"/>
                          </a:rPr>
                          <m:t>𝑺</m:t>
                        </m:r>
                        <m:r>
                          <a:rPr lang="en-US" altLang="zh-TW" sz="2400" b="1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Wingdings" panose="05000000000000000000" pitchFamily="2" charset="2"/>
                          </a:rPr>
                          <m:t> ) </m:t>
                        </m:r>
                        <m:r>
                          <a:rPr lang="en-US" altLang="zh-TW" sz="2400" b="1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Wingdings" panose="05000000000000000000" pitchFamily="2" charset="2"/>
                          </a:rPr>
                          <m:t>𝑺</m:t>
                        </m:r>
                      </m:oMath>
                    </m:oMathPara>
                  </a14:m>
                  <a:endParaRPr lang="en-US" altLang="zh-TW" sz="2400" b="1" dirty="0">
                    <a:ea typeface="新細明體" panose="02020500000000000000" pitchFamily="18" charset="-120"/>
                  </a:endParaRPr>
                </a:p>
              </p:txBody>
            </p:sp>
          </mc:Choice>
          <mc:Fallback xmlns="">
            <p:sp>
              <p:nvSpPr>
                <p:cNvPr id="24586" name="Text Box 11">
                  <a:extLst>
                    <a:ext uri="{FF2B5EF4-FFF2-40B4-BE49-F238E27FC236}">
                      <a16:creationId xmlns:a16="http://schemas.microsoft.com/office/drawing/2014/main" id="{AA0564C5-3B45-C237-28CF-D28F7E0A7B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24338" y="3789363"/>
                  <a:ext cx="1814343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587" name="Text Box 12">
              <a:extLst>
                <a:ext uri="{FF2B5EF4-FFF2-40B4-BE49-F238E27FC236}">
                  <a16:creationId xmlns:a16="http://schemas.microsoft.com/office/drawing/2014/main" id="{19B0D5B6-7F84-3E09-9DC3-29DBB1901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9600" y="2924175"/>
              <a:ext cx="292100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Grandview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randview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randview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randview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randvie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randvie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randvie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randvie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randview" pitchFamily="34" charset="0"/>
                </a:defRPr>
              </a:lvl9pPr>
            </a:lstStyle>
            <a:p>
              <a:pPr eaLnBrk="1" hangingPunct="1"/>
              <a:r>
                <a:rPr lang="en-US" altLang="zh-TW" sz="2400" b="1">
                  <a:ea typeface="新細明體" panose="02020500000000000000" pitchFamily="18" charset="-12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588" name="Text Box 13">
                  <a:extLst>
                    <a:ext uri="{FF2B5EF4-FFF2-40B4-BE49-F238E27FC236}">
                      <a16:creationId xmlns:a16="http://schemas.microsoft.com/office/drawing/2014/main" id="{9C6E876E-D559-7633-3951-44C412829D6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383338" y="3789363"/>
                  <a:ext cx="1179554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1" i="1" dirty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𝑺</m:t>
                        </m:r>
                        <m:r>
                          <a:rPr lang="en-US" altLang="zh-TW" sz="2400" b="1" i="1" dirty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 → </m:t>
                        </m:r>
                        <m:r>
                          <a:rPr lang="zh-TW" altLang="el-GR" sz="24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𝝀</m:t>
                        </m:r>
                      </m:oMath>
                    </m:oMathPara>
                  </a14:m>
                  <a:endParaRPr lang="el-GR" altLang="zh-TW" sz="2400" b="1" dirty="0"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4588" name="Text Box 13">
                  <a:extLst>
                    <a:ext uri="{FF2B5EF4-FFF2-40B4-BE49-F238E27FC236}">
                      <a16:creationId xmlns:a16="http://schemas.microsoft.com/office/drawing/2014/main" id="{9C6E876E-D559-7633-3951-44C412829D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383338" y="3789363"/>
                  <a:ext cx="1179554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589" name="Text Box 14">
                  <a:extLst>
                    <a:ext uri="{FF2B5EF4-FFF2-40B4-BE49-F238E27FC236}">
                      <a16:creationId xmlns:a16="http://schemas.microsoft.com/office/drawing/2014/main" id="{9C30982F-FA8D-A5EB-B1D6-A5F7337BA2B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80325" y="3789363"/>
                  <a:ext cx="1439863" cy="7318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9pPr>
                </a:lstStyle>
                <a:p>
                  <a:pPr eaLnBrk="1" hangingPunct="1"/>
                  <a:r>
                    <a:rPr lang="en-US" altLang="zh-TW" sz="2400" b="1" dirty="0">
                      <a:ea typeface="新細明體" panose="02020500000000000000" pitchFamily="18" charset="-12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TW" sz="2400" b="1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𝑺</m:t>
                      </m:r>
                      <m:r>
                        <a:rPr lang="en-US" altLang="zh-TW" sz="2400" b="1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→ </m:t>
                      </m:r>
                      <m:r>
                        <a:rPr lang="zh-TW" altLang="el-GR" sz="2400" b="1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𝝀</m:t>
                      </m:r>
                    </m:oMath>
                  </a14:m>
                  <a:endParaRPr lang="el-GR" altLang="zh-TW" sz="2400" b="1" dirty="0"/>
                </a:p>
                <a:p>
                  <a:pPr eaLnBrk="1" hangingPunct="1"/>
                  <a:endParaRPr lang="en-US" altLang="zh-TW" dirty="0">
                    <a:ea typeface="新細明體" panose="02020500000000000000" pitchFamily="18" charset="-120"/>
                  </a:endParaRPr>
                </a:p>
              </p:txBody>
            </p:sp>
          </mc:Choice>
          <mc:Fallback xmlns="">
            <p:sp>
              <p:nvSpPr>
                <p:cNvPr id="24589" name="Text Box 14">
                  <a:extLst>
                    <a:ext uri="{FF2B5EF4-FFF2-40B4-BE49-F238E27FC236}">
                      <a16:creationId xmlns:a16="http://schemas.microsoft.com/office/drawing/2014/main" id="{9C30982F-FA8D-A5EB-B1D6-A5F7337BA2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680325" y="3789363"/>
                  <a:ext cx="1439863" cy="73183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590" name="Text Box 15">
              <a:extLst>
                <a:ext uri="{FF2B5EF4-FFF2-40B4-BE49-F238E27FC236}">
                  <a16:creationId xmlns:a16="http://schemas.microsoft.com/office/drawing/2014/main" id="{6834224D-6B73-EE2C-B89C-48BE6DD64A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83563" y="2924175"/>
              <a:ext cx="3651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Grandview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randview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randview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randview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randvie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randvie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randvie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randvie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randview" pitchFamily="34" charset="0"/>
                </a:defRPr>
              </a:lvl9pPr>
            </a:lstStyle>
            <a:p>
              <a:pPr eaLnBrk="1" hangingPunct="1"/>
              <a:r>
                <a:rPr lang="en-US" altLang="zh-TW" sz="2400" b="1">
                  <a:ea typeface="新細明體" panose="02020500000000000000" pitchFamily="18" charset="-120"/>
                </a:rPr>
                <a:t>$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標題 1">
            <a:extLst>
              <a:ext uri="{FF2B5EF4-FFF2-40B4-BE49-F238E27FC236}">
                <a16:creationId xmlns:a16="http://schemas.microsoft.com/office/drawing/2014/main" id="{17731FDE-5CAA-2E8D-8EDC-15C7076C40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Algorithm: </a:t>
            </a:r>
            <a:endParaRPr lang="zh-TW" altLang="en-US">
              <a:ea typeface="新細明體" panose="02020500000000000000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3" name="內容版面配置區 2">
                <a:extLst>
                  <a:ext uri="{FF2B5EF4-FFF2-40B4-BE49-F238E27FC236}">
                    <a16:creationId xmlns:a16="http://schemas.microsoft.com/office/drawing/2014/main" id="{E3626F2A-A65C-86F0-469A-A953E0348F24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 eaLnBrk="1" hangingPunct="1">
                  <a:buFont typeface="Wingdings" panose="05000000000000000000" pitchFamily="2" charset="2"/>
                  <a:buNone/>
                </a:pPr>
                <a:r>
                  <a:rPr lang="en-US" altLang="zh-TW" sz="2000" u="sng" dirty="0">
                    <a:ea typeface="新細明體" panose="02020500000000000000" pitchFamily="18" charset="-120"/>
                  </a:rPr>
                  <a:t>Input</a:t>
                </a:r>
                <a:r>
                  <a:rPr lang="en-US" altLang="zh-TW" sz="2000" dirty="0">
                    <a:ea typeface="新細明體" panose="02020500000000000000" pitchFamily="18" charset="-120"/>
                  </a:rPr>
                  <a:t>: An input string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𝑤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and a parsing table</a:t>
                </a:r>
                <a:r>
                  <a:rPr lang="en-US" altLang="zh-TW" sz="2000" i="1" dirty="0">
                    <a:ea typeface="新細明體" panose="02020500000000000000" pitchFamily="18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𝑀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for grammar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𝐺</m:t>
                    </m:r>
                  </m:oMath>
                </a14:m>
                <a:r>
                  <a:rPr lang="en-US" altLang="zh-TW" sz="2000" i="1" dirty="0">
                    <a:ea typeface="新細明體" panose="02020500000000000000" pitchFamily="18" charset="-120"/>
                  </a:rPr>
                  <a:t>.</a:t>
                </a:r>
              </a:p>
              <a:p>
                <a:pPr algn="just" eaLnBrk="1" hangingPunct="1">
                  <a:buFont typeface="Wingdings" panose="05000000000000000000" pitchFamily="2" charset="2"/>
                  <a:buNone/>
                </a:pPr>
                <a:endParaRPr lang="en-US" altLang="zh-TW" sz="2000" i="1" dirty="0">
                  <a:ea typeface="新細明體" panose="02020500000000000000" pitchFamily="18" charset="-120"/>
                </a:endParaRPr>
              </a:p>
              <a:p>
                <a:pPr algn="just" eaLnBrk="1" hangingPunct="1">
                  <a:buFont typeface="Wingdings" panose="05000000000000000000" pitchFamily="2" charset="2"/>
                  <a:buNone/>
                </a:pPr>
                <a:r>
                  <a:rPr lang="en-US" altLang="zh-TW" sz="2000" u="sng" dirty="0">
                    <a:ea typeface="新細明體" panose="02020500000000000000" pitchFamily="18" charset="-120"/>
                  </a:rPr>
                  <a:t>Output</a:t>
                </a:r>
                <a:r>
                  <a:rPr lang="en-US" altLang="zh-TW" sz="2000" dirty="0">
                    <a:ea typeface="新細明體" panose="02020500000000000000" pitchFamily="18" charset="-120"/>
                  </a:rPr>
                  <a:t>: A leftmost derivation of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𝑤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or an error indication.</a:t>
                </a:r>
              </a:p>
              <a:p>
                <a:pPr eaLnBrk="1" hangingPunct="1"/>
                <a:endParaRPr lang="zh-TW" altLang="en-US" sz="2000" dirty="0">
                  <a:ea typeface="新細明體" panose="02020500000000000000" pitchFamily="18" charset="-120"/>
                </a:endParaRPr>
              </a:p>
            </p:txBody>
          </p:sp>
        </mc:Choice>
        <mc:Fallback xmlns="">
          <p:sp>
            <p:nvSpPr>
              <p:cNvPr id="25603" name="內容版面配置區 2">
                <a:extLst>
                  <a:ext uri="{FF2B5EF4-FFF2-40B4-BE49-F238E27FC236}">
                    <a16:creationId xmlns:a16="http://schemas.microsoft.com/office/drawing/2014/main" id="{E3626F2A-A65C-86F0-469A-A953E0348F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0" t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04" name="投影片編號版面配置區 3">
            <a:extLst>
              <a:ext uri="{FF2B5EF4-FFF2-40B4-BE49-F238E27FC236}">
                <a16:creationId xmlns:a16="http://schemas.microsoft.com/office/drawing/2014/main" id="{BBBF2965-4993-3802-7AE4-7E022E2202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fld id="{245A1EDE-0A31-444A-ADC1-F97CB99A6A92}" type="slidenum">
              <a:rPr lang="en-US" altLang="zh-TW" smtClean="0">
                <a:solidFill>
                  <a:srgbClr val="898989"/>
                </a:solidFill>
              </a:rPr>
              <a:pPr/>
              <a:t>43</a:t>
            </a:fld>
            <a:endParaRPr lang="en-US" altLang="zh-TW">
              <a:solidFill>
                <a:srgbClr val="89898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投影片編號版面配置區 1">
            <a:extLst>
              <a:ext uri="{FF2B5EF4-FFF2-40B4-BE49-F238E27FC236}">
                <a16:creationId xmlns:a16="http://schemas.microsoft.com/office/drawing/2014/main" id="{DBDAB0CD-26CA-D0AD-2D48-02901C2D4A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fld id="{26648AD8-41B1-4E2E-AA9D-7460A247CC19}" type="slidenum">
              <a:rPr lang="en-US" altLang="zh-TW" smtClean="0">
                <a:solidFill>
                  <a:srgbClr val="898989"/>
                </a:solidFill>
              </a:rPr>
              <a:pPr/>
              <a:t>44</a:t>
            </a:fld>
            <a:endParaRPr lang="en-US" altLang="zh-TW">
              <a:solidFill>
                <a:srgbClr val="89898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7" name="Rectangle 3">
                <a:extLst>
                  <a:ext uri="{FF2B5EF4-FFF2-40B4-BE49-F238E27FC236}">
                    <a16:creationId xmlns:a16="http://schemas.microsoft.com/office/drawing/2014/main" id="{E80098F9-2D64-F5F8-A88C-A2A9F41F4C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7072" y="404813"/>
                <a:ext cx="8882616" cy="61928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171450" indent="-171450" defTabSz="685800">
                  <a:lnSpc>
                    <a:spcPct val="110000"/>
                  </a:lnSpc>
                  <a:spcBef>
                    <a:spcPts val="750"/>
                  </a:spcBef>
                  <a:buClr>
                    <a:srgbClr val="8D87A6"/>
                  </a:buClr>
                  <a:buSzPct val="75000"/>
                  <a:buFont typeface="Wingdings" panose="05000000000000000000" pitchFamily="2" charset="2"/>
                  <a:buChar char="§"/>
                  <a:defRPr sz="1500">
                    <a:solidFill>
                      <a:schemeClr val="tx2"/>
                    </a:solidFill>
                    <a:latin typeface="Grandview" pitchFamily="34" charset="0"/>
                  </a:defRPr>
                </a:lvl1pPr>
                <a:lvl2pPr marL="342900" indent="-171450" defTabSz="685800">
                  <a:lnSpc>
                    <a:spcPct val="110000"/>
                  </a:lnSpc>
                  <a:spcBef>
                    <a:spcPts val="375"/>
                  </a:spcBef>
                  <a:buClr>
                    <a:srgbClr val="8D87A6"/>
                  </a:buClr>
                  <a:buSzPct val="75000"/>
                  <a:buFont typeface="Wingdings" panose="05000000000000000000" pitchFamily="2" charset="2"/>
                  <a:buChar char="§"/>
                  <a:defRPr sz="1300">
                    <a:solidFill>
                      <a:schemeClr val="tx2"/>
                    </a:solidFill>
                    <a:latin typeface="Grandview" pitchFamily="34" charset="0"/>
                  </a:defRPr>
                </a:lvl2pPr>
                <a:lvl3pPr marL="514350" indent="-171450" defTabSz="685800">
                  <a:lnSpc>
                    <a:spcPct val="110000"/>
                  </a:lnSpc>
                  <a:spcBef>
                    <a:spcPts val="375"/>
                  </a:spcBef>
                  <a:buClr>
                    <a:srgbClr val="8D87A6"/>
                  </a:buClr>
                  <a:buSzPct val="75000"/>
                  <a:buFont typeface="Wingdings" panose="05000000000000000000" pitchFamily="2" charset="2"/>
                  <a:buChar char="§"/>
                  <a:defRPr sz="1200">
                    <a:solidFill>
                      <a:schemeClr val="tx2"/>
                    </a:solidFill>
                    <a:latin typeface="Grandview" pitchFamily="34" charset="0"/>
                  </a:defRPr>
                </a:lvl3pPr>
                <a:lvl4pPr marL="685800" indent="-171450" defTabSz="685800">
                  <a:lnSpc>
                    <a:spcPct val="110000"/>
                  </a:lnSpc>
                  <a:spcBef>
                    <a:spcPts val="375"/>
                  </a:spcBef>
                  <a:buClr>
                    <a:srgbClr val="8D87A6"/>
                  </a:buClr>
                  <a:buSzPct val="75000"/>
                  <a:buFont typeface="Wingdings" panose="05000000000000000000" pitchFamily="2" charset="2"/>
                  <a:buChar char="§"/>
                  <a:defRPr sz="1000">
                    <a:solidFill>
                      <a:schemeClr val="tx2"/>
                    </a:solidFill>
                    <a:latin typeface="Grandview" pitchFamily="34" charset="0"/>
                  </a:defRPr>
                </a:lvl4pPr>
                <a:lvl5pPr marL="857250" indent="-171450" defTabSz="685800">
                  <a:lnSpc>
                    <a:spcPct val="110000"/>
                  </a:lnSpc>
                  <a:spcBef>
                    <a:spcPts val="375"/>
                  </a:spcBef>
                  <a:buClr>
                    <a:srgbClr val="8D87A6"/>
                  </a:buClr>
                  <a:buSzPct val="75000"/>
                  <a:buFont typeface="Wingdings" panose="05000000000000000000" pitchFamily="2" charset="2"/>
                  <a:buChar char="§"/>
                  <a:defRPr sz="1000">
                    <a:solidFill>
                      <a:schemeClr val="tx2"/>
                    </a:solidFill>
                    <a:latin typeface="Grandview" pitchFamily="34" charset="0"/>
                  </a:defRPr>
                </a:lvl5pPr>
                <a:lvl6pPr marL="1314450" indent="-171450" defTabSz="685800" eaLnBrk="0" fontAlgn="base" hangingPunct="0">
                  <a:lnSpc>
                    <a:spcPct val="110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8D87A6"/>
                  </a:buClr>
                  <a:buSzPct val="75000"/>
                  <a:buFont typeface="Wingdings" panose="05000000000000000000" pitchFamily="2" charset="2"/>
                  <a:buChar char="§"/>
                  <a:defRPr sz="1000">
                    <a:solidFill>
                      <a:schemeClr val="tx2"/>
                    </a:solidFill>
                    <a:latin typeface="Grandview" pitchFamily="34" charset="0"/>
                  </a:defRPr>
                </a:lvl6pPr>
                <a:lvl7pPr marL="1771650" indent="-171450" defTabSz="685800" eaLnBrk="0" fontAlgn="base" hangingPunct="0">
                  <a:lnSpc>
                    <a:spcPct val="110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8D87A6"/>
                  </a:buClr>
                  <a:buSzPct val="75000"/>
                  <a:buFont typeface="Wingdings" panose="05000000000000000000" pitchFamily="2" charset="2"/>
                  <a:buChar char="§"/>
                  <a:defRPr sz="1000">
                    <a:solidFill>
                      <a:schemeClr val="tx2"/>
                    </a:solidFill>
                    <a:latin typeface="Grandview" pitchFamily="34" charset="0"/>
                  </a:defRPr>
                </a:lvl7pPr>
                <a:lvl8pPr marL="2228850" indent="-171450" defTabSz="685800" eaLnBrk="0" fontAlgn="base" hangingPunct="0">
                  <a:lnSpc>
                    <a:spcPct val="110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8D87A6"/>
                  </a:buClr>
                  <a:buSzPct val="75000"/>
                  <a:buFont typeface="Wingdings" panose="05000000000000000000" pitchFamily="2" charset="2"/>
                  <a:buChar char="§"/>
                  <a:defRPr sz="1000">
                    <a:solidFill>
                      <a:schemeClr val="tx2"/>
                    </a:solidFill>
                    <a:latin typeface="Grandview" pitchFamily="34" charset="0"/>
                  </a:defRPr>
                </a:lvl8pPr>
                <a:lvl9pPr marL="2686050" indent="-171450" defTabSz="685800" eaLnBrk="0" fontAlgn="base" hangingPunct="0">
                  <a:lnSpc>
                    <a:spcPct val="110000"/>
                  </a:lnSpc>
                  <a:spcBef>
                    <a:spcPts val="375"/>
                  </a:spcBef>
                  <a:spcAft>
                    <a:spcPct val="0"/>
                  </a:spcAft>
                  <a:buClr>
                    <a:srgbClr val="8D87A6"/>
                  </a:buClr>
                  <a:buSzPct val="75000"/>
                  <a:buFont typeface="Wingdings" panose="05000000000000000000" pitchFamily="2" charset="2"/>
                  <a:buChar char="§"/>
                  <a:defRPr sz="1000">
                    <a:solidFill>
                      <a:schemeClr val="tx2"/>
                    </a:solidFill>
                    <a:latin typeface="Grandview" pitchFamily="34" charset="0"/>
                  </a:defRPr>
                </a:lvl9pPr>
              </a:lstStyle>
              <a:p>
                <a:pPr algn="just"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400" dirty="0">
                    <a:ea typeface="新細明體" panose="02020500000000000000" pitchFamily="18" charset="-120"/>
                  </a:rPr>
                  <a:t> </a:t>
                </a:r>
                <a:r>
                  <a:rPr lang="en-US" altLang="zh-TW" sz="2600" dirty="0">
                    <a:ea typeface="新細明體" panose="02020500000000000000" pitchFamily="18" charset="-120"/>
                  </a:rPr>
                  <a:t>Initially </a:t>
                </a:r>
                <a14:m>
                  <m:oMath xmlns:m="http://schemas.openxmlformats.org/officeDocument/2006/math">
                    <m:r>
                      <a:rPr lang="en-US" altLang="zh-TW" sz="2600" i="1" u="sng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𝑤</m:t>
                    </m:r>
                    <m:r>
                      <a:rPr lang="en-US" altLang="zh-TW" sz="2600" i="1" u="sng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$</m:t>
                    </m:r>
                  </m:oMath>
                </a14:m>
                <a:r>
                  <a:rPr lang="en-US" altLang="zh-TW" sz="2600" dirty="0">
                    <a:ea typeface="新細明體" panose="02020500000000000000" pitchFamily="18" charset="-120"/>
                  </a:rPr>
                  <a:t> is in input buffer and </a:t>
                </a:r>
                <a14:m>
                  <m:oMath xmlns:m="http://schemas.openxmlformats.org/officeDocument/2006/math">
                    <m:r>
                      <a:rPr lang="en-US" altLang="zh-TW" sz="2600" i="1" u="sng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𝑆</m:t>
                    </m:r>
                    <m:r>
                      <a:rPr lang="en-US" altLang="zh-TW" sz="2600" i="1" u="sng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$</m:t>
                    </m:r>
                  </m:oMath>
                </a14:m>
                <a:r>
                  <a:rPr lang="en-US" altLang="zh-TW" sz="2600" dirty="0">
                    <a:ea typeface="新細明體" panose="02020500000000000000" pitchFamily="18" charset="-120"/>
                  </a:rPr>
                  <a:t> is in the stack.</a:t>
                </a:r>
              </a:p>
              <a:p>
                <a:pPr algn="just"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400" dirty="0">
                    <a:ea typeface="新細明體" panose="02020500000000000000" pitchFamily="18" charset="-120"/>
                  </a:rPr>
                  <a:t> </a:t>
                </a:r>
              </a:p>
              <a:p>
                <a:pPr algn="just"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400" u="sng" dirty="0">
                    <a:ea typeface="新細明體" panose="02020500000000000000" pitchFamily="18" charset="-120"/>
                  </a:rPr>
                  <a:t>Method:</a:t>
                </a:r>
              </a:p>
              <a:p>
                <a:pPr algn="just"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dirty="0">
                    <a:ea typeface="新細明體" panose="02020500000000000000" pitchFamily="18" charset="-120"/>
                  </a:rPr>
                  <a:t> </a:t>
                </a:r>
                <a:r>
                  <a:rPr lang="en-US" altLang="zh-TW" sz="2000" dirty="0">
                    <a:ea typeface="新細明體" panose="02020500000000000000" pitchFamily="18" charset="-120"/>
                  </a:rPr>
                  <a:t>do { Let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𝑎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of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𝑤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be the next input symbol and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𝑋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be the top stack symbol;            </a:t>
                </a:r>
              </a:p>
              <a:p>
                <a:pPr algn="just"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         if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𝑋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is a terminal</a:t>
                </a:r>
              </a:p>
              <a:p>
                <a:pPr algn="just"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            { if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𝑋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== </m:t>
                    </m:r>
                    <m:r>
                      <a:rPr lang="en-US" altLang="zh-TW" sz="2000" b="1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𝒂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 then pop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𝑋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from stack and remove</a:t>
                </a:r>
                <a:r>
                  <a:rPr lang="en-US" altLang="zh-TW" sz="2000" b="1" dirty="0">
                    <a:ea typeface="新細明體" panose="02020500000000000000" pitchFamily="18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b="1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𝒂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from input; </a:t>
                </a:r>
              </a:p>
              <a:p>
                <a:pPr algn="just"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               else ERROR();}</a:t>
                </a:r>
              </a:p>
              <a:p>
                <a:pPr algn="just"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         else </a:t>
                </a:r>
              </a:p>
              <a:p>
                <a:pPr algn="just">
                  <a:lnSpc>
                    <a:spcPct val="80000"/>
                  </a:lnSpc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         { if 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𝑀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[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𝑋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,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𝑎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] =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𝑋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→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then </a:t>
                </a:r>
              </a:p>
              <a:p>
                <a:pPr algn="just"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                1. pop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𝑋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from the stack;</a:t>
                </a:r>
              </a:p>
              <a:p>
                <a:pPr algn="just">
                  <a:lnSpc>
                    <a:spcPct val="80000"/>
                  </a:lnSpc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                2. push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onto the stack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on top;</a:t>
                </a:r>
              </a:p>
              <a:p>
                <a:pPr algn="just"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             else</a:t>
                </a:r>
              </a:p>
              <a:p>
                <a:pPr algn="just"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                ERROR();  </a:t>
                </a:r>
              </a:p>
              <a:p>
                <a:pPr algn="just"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         } </a:t>
                </a:r>
              </a:p>
              <a:p>
                <a:pPr algn="just"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       }  while (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𝑋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</m:t>
                    </m:r>
                    <m:r>
                      <a:rPr lang="en-US" altLang="zh-TW" sz="2000" b="1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$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)</a:t>
                </a:r>
              </a:p>
              <a:p>
                <a:pPr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 if (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𝑋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== $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) and (the next input symbol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== $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) then accept else error();</a:t>
                </a:r>
              </a:p>
            </p:txBody>
          </p:sp>
        </mc:Choice>
        <mc:Fallback xmlns="">
          <p:sp>
            <p:nvSpPr>
              <p:cNvPr id="26627" name="Rectangle 3">
                <a:extLst>
                  <a:ext uri="{FF2B5EF4-FFF2-40B4-BE49-F238E27FC236}">
                    <a16:creationId xmlns:a16="http://schemas.microsoft.com/office/drawing/2014/main" id="{E80098F9-2D64-F5F8-A88C-A2A9F41F4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17072" y="404813"/>
                <a:ext cx="8882616" cy="6192837"/>
              </a:xfrm>
              <a:prstGeom prst="rect">
                <a:avLst/>
              </a:prstGeom>
              <a:blipFill>
                <a:blip r:embed="rId2"/>
                <a:stretch>
                  <a:fillRect l="-1030" t="-226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28" name="Line 4">
            <a:extLst>
              <a:ext uri="{FF2B5EF4-FFF2-40B4-BE49-F238E27FC236}">
                <a16:creationId xmlns:a16="http://schemas.microsoft.com/office/drawing/2014/main" id="{DFA22CA4-53F6-5697-13E4-3CE6EFD7174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42745" y="788565"/>
            <a:ext cx="189830" cy="44629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6629" name="Text Box 5">
            <a:extLst>
              <a:ext uri="{FF2B5EF4-FFF2-40B4-BE49-F238E27FC236}">
                <a16:creationId xmlns:a16="http://schemas.microsoft.com/office/drawing/2014/main" id="{E5037937-F936-FE0D-9140-5D573229A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2575" y="1049913"/>
            <a:ext cx="3567113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Starting Symbol of the grammar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投影片編號版面配置區 1">
            <a:extLst>
              <a:ext uri="{FF2B5EF4-FFF2-40B4-BE49-F238E27FC236}">
                <a16:creationId xmlns:a16="http://schemas.microsoft.com/office/drawing/2014/main" id="{14CA7632-758C-9346-9CD3-CEA7CEE9E5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fld id="{45C94827-F811-47C6-A4BF-F17BF12054B4}" type="slidenum">
              <a:rPr lang="en-US" altLang="zh-TW" smtClean="0">
                <a:solidFill>
                  <a:srgbClr val="898989"/>
                </a:solidFill>
              </a:rPr>
              <a:pPr/>
              <a:t>45</a:t>
            </a:fld>
            <a:endParaRPr lang="en-US" altLang="zh-TW">
              <a:solidFill>
                <a:srgbClr val="898989"/>
              </a:solidFill>
            </a:endParaRPr>
          </a:p>
        </p:txBody>
      </p:sp>
      <p:pic>
        <p:nvPicPr>
          <p:cNvPr id="27651" name="Picture 4">
            <a:extLst>
              <a:ext uri="{FF2B5EF4-FFF2-40B4-BE49-F238E27FC236}">
                <a16:creationId xmlns:a16="http://schemas.microsoft.com/office/drawing/2014/main" id="{796A4CDC-9CEB-0336-E196-F54845A8A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5888"/>
            <a:ext cx="9144000" cy="640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投影片編號版面配置區 1">
            <a:extLst>
              <a:ext uri="{FF2B5EF4-FFF2-40B4-BE49-F238E27FC236}">
                <a16:creationId xmlns:a16="http://schemas.microsoft.com/office/drawing/2014/main" id="{1459D568-CA4B-1F9F-3085-2307F9AA97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fld id="{FA741E9E-19AA-40A3-8014-9A0BB1257F8C}" type="slidenum">
              <a:rPr lang="en-US" altLang="zh-TW" smtClean="0">
                <a:solidFill>
                  <a:srgbClr val="898989"/>
                </a:solidFill>
              </a:rPr>
              <a:pPr/>
              <a:t>46</a:t>
            </a:fld>
            <a:endParaRPr lang="en-US" altLang="zh-TW">
              <a:solidFill>
                <a:srgbClr val="898989"/>
              </a:solidFill>
            </a:endParaRPr>
          </a:p>
        </p:txBody>
      </p:sp>
      <p:pic>
        <p:nvPicPr>
          <p:cNvPr id="30723" name="Picture 4">
            <a:extLst>
              <a:ext uri="{FF2B5EF4-FFF2-40B4-BE49-F238E27FC236}">
                <a16:creationId xmlns:a16="http://schemas.microsoft.com/office/drawing/2014/main" id="{864BFCAD-E15F-387C-FC1B-CD32FB93E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650" y="358774"/>
            <a:ext cx="9756775" cy="499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群組 3"/>
          <p:cNvGrpSpPr/>
          <p:nvPr/>
        </p:nvGrpSpPr>
        <p:grpSpPr>
          <a:xfrm>
            <a:off x="266035" y="5260975"/>
            <a:ext cx="6140450" cy="1597025"/>
            <a:chOff x="2979738" y="2924175"/>
            <a:chExt cx="6140450" cy="1597025"/>
          </a:xfrm>
        </p:grpSpPr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FFE73570-CFEF-99CB-25CF-CCCEBA2936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375" y="3573463"/>
              <a:ext cx="58324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F8E40DFD-5612-73E7-4675-552AD06185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375" y="4508500"/>
              <a:ext cx="59039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2CB10B19-4881-EBE2-CA79-8D8F1EA40D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9875" y="2924175"/>
              <a:ext cx="0" cy="15843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 Box 8">
                  <a:extLst>
                    <a:ext uri="{FF2B5EF4-FFF2-40B4-BE49-F238E27FC236}">
                      <a16:creationId xmlns:a16="http://schemas.microsoft.com/office/drawing/2014/main" id="{1CEBD275-A0EC-6091-7951-E01154AA686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9738" y="3016250"/>
                  <a:ext cx="1243033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𝑀</m:t>
                        </m:r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[</m:t>
                        </m:r>
                        <m:r>
                          <a:rPr lang="en-US" altLang="zh-TW" sz="2400" i="1" dirty="0" err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𝐴</m:t>
                        </m:r>
                        <m:r>
                          <a:rPr lang="en-US" altLang="zh-TW" sz="2400" i="1" dirty="0" err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,</m:t>
                        </m:r>
                        <m:r>
                          <a:rPr lang="en-US" altLang="zh-TW" sz="2400" i="1" dirty="0" err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𝑎</m:t>
                        </m:r>
                        <m:r>
                          <a:rPr lang="en-US" altLang="zh-TW" sz="2400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]</m:t>
                        </m:r>
                      </m:oMath>
                    </m:oMathPara>
                  </a14:m>
                  <a:endParaRPr lang="en-US" altLang="zh-TW" sz="2400" dirty="0">
                    <a:ea typeface="新細明體" panose="02020500000000000000" pitchFamily="18" charset="-120"/>
                  </a:endParaRPr>
                </a:p>
              </p:txBody>
            </p:sp>
          </mc:Choice>
          <mc:Fallback xmlns="">
            <p:sp>
              <p:nvSpPr>
                <p:cNvPr id="24583" name="Text Box 8">
                  <a:extLst>
                    <a:ext uri="{FF2B5EF4-FFF2-40B4-BE49-F238E27FC236}">
                      <a16:creationId xmlns:a16="http://schemas.microsoft.com/office/drawing/2014/main" id="{1CEBD275-A0EC-6091-7951-E01154AA68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79738" y="3016250"/>
                  <a:ext cx="1243033" cy="461665"/>
                </a:xfrm>
                <a:prstGeom prst="rect">
                  <a:avLst/>
                </a:prstGeom>
                <a:blipFill>
                  <a:blip r:embed="rId3"/>
                  <a:stretch>
                    <a:fillRect r="-490" b="-1973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9">
                  <a:extLst>
                    <a:ext uri="{FF2B5EF4-FFF2-40B4-BE49-F238E27FC236}">
                      <a16:creationId xmlns:a16="http://schemas.microsoft.com/office/drawing/2014/main" id="{6F2EB061-0628-59CE-A7B6-7083324F9C6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67075" y="3808413"/>
                  <a:ext cx="442749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1" i="1" dirty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𝑺</m:t>
                        </m:r>
                      </m:oMath>
                    </m:oMathPara>
                  </a14:m>
                  <a:endParaRPr lang="en-US" altLang="zh-TW" sz="2400" b="1" dirty="0">
                    <a:ea typeface="新細明體" panose="02020500000000000000" pitchFamily="18" charset="-120"/>
                  </a:endParaRPr>
                </a:p>
              </p:txBody>
            </p:sp>
          </mc:Choice>
          <mc:Fallback xmlns="">
            <p:sp>
              <p:nvSpPr>
                <p:cNvPr id="24584" name="Text Box 9">
                  <a:extLst>
                    <a:ext uri="{FF2B5EF4-FFF2-40B4-BE49-F238E27FC236}">
                      <a16:creationId xmlns:a16="http://schemas.microsoft.com/office/drawing/2014/main" id="{6F2EB061-0628-59CE-A7B6-7083324F9C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67075" y="3808413"/>
                  <a:ext cx="442749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8FB22A78-7683-7056-EDEB-CB3BE8F83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3475" y="2924175"/>
              <a:ext cx="292100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Grandview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randview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randview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randview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randvie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randvie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randvie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randvie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randview" pitchFamily="34" charset="0"/>
                </a:defRPr>
              </a:lvl9pPr>
            </a:lstStyle>
            <a:p>
              <a:pPr eaLnBrk="1" hangingPunct="1"/>
              <a:r>
                <a:rPr lang="en-US" altLang="zh-TW" sz="2400" b="1">
                  <a:ea typeface="新細明體" panose="02020500000000000000" pitchFamily="18" charset="-120"/>
                </a:rPr>
                <a:t>(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>
                  <a:extLst>
                    <a:ext uri="{FF2B5EF4-FFF2-40B4-BE49-F238E27FC236}">
                      <a16:creationId xmlns:a16="http://schemas.microsoft.com/office/drawing/2014/main" id="{AA0564C5-3B45-C237-28CF-D28F7E0A7B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24338" y="3789363"/>
                  <a:ext cx="1814343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1" i="1" dirty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𝑺</m:t>
                        </m:r>
                        <m:r>
                          <a:rPr lang="en-US" altLang="zh-TW" sz="2400" b="1" i="1" dirty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 → ( </m:t>
                        </m:r>
                        <m:r>
                          <a:rPr lang="en-US" altLang="zh-TW" sz="2400" b="1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Wingdings" panose="05000000000000000000" pitchFamily="2" charset="2"/>
                          </a:rPr>
                          <m:t>𝑺</m:t>
                        </m:r>
                        <m:r>
                          <a:rPr lang="en-US" altLang="zh-TW" sz="2400" b="1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Wingdings" panose="05000000000000000000" pitchFamily="2" charset="2"/>
                          </a:rPr>
                          <m:t> ) </m:t>
                        </m:r>
                        <m:r>
                          <a:rPr lang="en-US" altLang="zh-TW" sz="2400" b="1" i="1" dirty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sym typeface="Wingdings" panose="05000000000000000000" pitchFamily="2" charset="2"/>
                          </a:rPr>
                          <m:t>𝑺</m:t>
                        </m:r>
                      </m:oMath>
                    </m:oMathPara>
                  </a14:m>
                  <a:endParaRPr lang="en-US" altLang="zh-TW" sz="2400" b="1" dirty="0">
                    <a:ea typeface="新細明體" panose="02020500000000000000" pitchFamily="18" charset="-120"/>
                  </a:endParaRPr>
                </a:p>
              </p:txBody>
            </p:sp>
          </mc:Choice>
          <mc:Fallback xmlns="">
            <p:sp>
              <p:nvSpPr>
                <p:cNvPr id="24586" name="Text Box 11">
                  <a:extLst>
                    <a:ext uri="{FF2B5EF4-FFF2-40B4-BE49-F238E27FC236}">
                      <a16:creationId xmlns:a16="http://schemas.microsoft.com/office/drawing/2014/main" id="{AA0564C5-3B45-C237-28CF-D28F7E0A7B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24338" y="3789363"/>
                  <a:ext cx="1814343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2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19B0D5B6-7F84-3E09-9DC3-29DBB1901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9600" y="2924175"/>
              <a:ext cx="292100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Grandview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randview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randview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randview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randvie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randvie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randvie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randvie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randview" pitchFamily="34" charset="0"/>
                </a:defRPr>
              </a:lvl9pPr>
            </a:lstStyle>
            <a:p>
              <a:pPr eaLnBrk="1" hangingPunct="1"/>
              <a:r>
                <a:rPr lang="en-US" altLang="zh-TW" sz="2400" b="1">
                  <a:ea typeface="新細明體" panose="02020500000000000000" pitchFamily="18" charset="-12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13">
                  <a:extLst>
                    <a:ext uri="{FF2B5EF4-FFF2-40B4-BE49-F238E27FC236}">
                      <a16:creationId xmlns:a16="http://schemas.microsoft.com/office/drawing/2014/main" id="{9C6E876E-D559-7633-3951-44C412829D6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383338" y="3789363"/>
                  <a:ext cx="1179554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1" i="1" dirty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𝑺</m:t>
                        </m:r>
                        <m:r>
                          <a:rPr lang="en-US" altLang="zh-TW" sz="2400" b="1" i="1" dirty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 → </m:t>
                        </m:r>
                        <m:r>
                          <a:rPr lang="zh-TW" altLang="el-GR" sz="24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𝝀</m:t>
                        </m:r>
                      </m:oMath>
                    </m:oMathPara>
                  </a14:m>
                  <a:endParaRPr lang="el-GR" altLang="zh-TW" sz="2400" b="1" dirty="0"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4588" name="Text Box 13">
                  <a:extLst>
                    <a:ext uri="{FF2B5EF4-FFF2-40B4-BE49-F238E27FC236}">
                      <a16:creationId xmlns:a16="http://schemas.microsoft.com/office/drawing/2014/main" id="{9C6E876E-D559-7633-3951-44C412829D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383338" y="3789363"/>
                  <a:ext cx="1179554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14">
                  <a:extLst>
                    <a:ext uri="{FF2B5EF4-FFF2-40B4-BE49-F238E27FC236}">
                      <a16:creationId xmlns:a16="http://schemas.microsoft.com/office/drawing/2014/main" id="{9C30982F-FA8D-A5EB-B1D6-A5F7337BA2B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80325" y="3789363"/>
                  <a:ext cx="1439863" cy="7318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randview" pitchFamily="34" charset="0"/>
                    </a:defRPr>
                  </a:lvl9pPr>
                </a:lstStyle>
                <a:p>
                  <a:pPr eaLnBrk="1" hangingPunct="1"/>
                  <a:r>
                    <a:rPr lang="en-US" altLang="zh-TW" sz="2400" b="1" dirty="0">
                      <a:ea typeface="新細明體" panose="02020500000000000000" pitchFamily="18" charset="-12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TW" sz="2400" b="1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𝑺</m:t>
                      </m:r>
                      <m:r>
                        <a:rPr lang="en-US" altLang="zh-TW" sz="2400" b="1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→ </m:t>
                      </m:r>
                      <m:r>
                        <a:rPr lang="zh-TW" altLang="el-GR" sz="2400" b="1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𝝀</m:t>
                      </m:r>
                    </m:oMath>
                  </a14:m>
                  <a:endParaRPr lang="el-GR" altLang="zh-TW" sz="2400" b="1" dirty="0"/>
                </a:p>
                <a:p>
                  <a:pPr eaLnBrk="1" hangingPunct="1"/>
                  <a:endParaRPr lang="en-US" altLang="zh-TW" dirty="0">
                    <a:ea typeface="新細明體" panose="02020500000000000000" pitchFamily="18" charset="-120"/>
                  </a:endParaRPr>
                </a:p>
              </p:txBody>
            </p:sp>
          </mc:Choice>
          <mc:Fallback xmlns="">
            <p:sp>
              <p:nvSpPr>
                <p:cNvPr id="24589" name="Text Box 14">
                  <a:extLst>
                    <a:ext uri="{FF2B5EF4-FFF2-40B4-BE49-F238E27FC236}">
                      <a16:creationId xmlns:a16="http://schemas.microsoft.com/office/drawing/2014/main" id="{9C30982F-FA8D-A5EB-B1D6-A5F7337BA2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680325" y="3789363"/>
                  <a:ext cx="1439863" cy="7318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6834224D-6B73-EE2C-B89C-48BE6DD64A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83563" y="2924175"/>
              <a:ext cx="3651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Grandview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randview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randview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randview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randvie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randvie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randvie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randvie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randview" pitchFamily="34" charset="0"/>
                </a:defRPr>
              </a:lvl9pPr>
            </a:lstStyle>
            <a:p>
              <a:pPr eaLnBrk="1" hangingPunct="1"/>
              <a:r>
                <a:rPr lang="en-US" altLang="zh-TW" sz="2400" b="1">
                  <a:ea typeface="新細明體" panose="02020500000000000000" pitchFamily="18" charset="-120"/>
                </a:rPr>
                <a:t>$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投影片編號版面配置區 1">
            <a:extLst>
              <a:ext uri="{FF2B5EF4-FFF2-40B4-BE49-F238E27FC236}">
                <a16:creationId xmlns:a16="http://schemas.microsoft.com/office/drawing/2014/main" id="{2C0FFD4E-2334-EA7C-5F73-D7D40FB860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fld id="{4E2E3B61-7CF8-4E63-AC6D-1C971F2848F2}" type="slidenum">
              <a:rPr lang="en-US" altLang="zh-TW" smtClean="0">
                <a:solidFill>
                  <a:srgbClr val="898989"/>
                </a:solidFill>
              </a:rPr>
              <a:pPr/>
              <a:t>47</a:t>
            </a:fld>
            <a:endParaRPr lang="en-US" altLang="zh-TW">
              <a:solidFill>
                <a:srgbClr val="898989"/>
              </a:solidFill>
            </a:endParaRPr>
          </a:p>
        </p:txBody>
      </p:sp>
      <p:pic>
        <p:nvPicPr>
          <p:cNvPr id="31747" name="Picture 3">
            <a:extLst>
              <a:ext uri="{FF2B5EF4-FFF2-40B4-BE49-F238E27FC236}">
                <a16:creationId xmlns:a16="http://schemas.microsoft.com/office/drawing/2014/main" id="{34314454-9310-FDA6-759C-C22C5330B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584200"/>
            <a:ext cx="10585450" cy="568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136075" y="2464928"/>
            <a:ext cx="298671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Start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→statement $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First(state) ={if, other}</a:t>
            </a:r>
          </a:p>
          <a:p>
            <a:r>
              <a:rPr lang="en-US" altLang="zh-TW" dirty="0"/>
              <a:t>First(if-</a:t>
            </a:r>
            <a:r>
              <a:rPr lang="en-US" altLang="zh-TW" dirty="0" err="1"/>
              <a:t>stmt</a:t>
            </a:r>
            <a:r>
              <a:rPr lang="en-US" altLang="zh-TW" dirty="0"/>
              <a:t>)={if}</a:t>
            </a:r>
          </a:p>
          <a:p>
            <a:r>
              <a:rPr lang="en-US" altLang="zh-TW" dirty="0"/>
              <a:t>First(else-part)={else, </a:t>
            </a:r>
            <a:r>
              <a:rPr lang="el-GR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ε</a:t>
            </a:r>
            <a:r>
              <a:rPr lang="en-US" altLang="zh-TW" dirty="0"/>
              <a:t>}</a:t>
            </a:r>
          </a:p>
          <a:p>
            <a:r>
              <a:rPr lang="en-US" altLang="zh-TW" dirty="0"/>
              <a:t>First(</a:t>
            </a:r>
            <a:r>
              <a:rPr lang="en-US" altLang="zh-TW" dirty="0" err="1"/>
              <a:t>exp</a:t>
            </a:r>
            <a:r>
              <a:rPr lang="en-US" altLang="zh-TW" dirty="0"/>
              <a:t>)={0.1}</a:t>
            </a:r>
          </a:p>
          <a:p>
            <a:endParaRPr lang="en-US" altLang="zh-TW" dirty="0"/>
          </a:p>
          <a:p>
            <a:r>
              <a:rPr lang="en-US" altLang="zh-TW" dirty="0"/>
              <a:t>Follow(state)={$, else}</a:t>
            </a:r>
          </a:p>
          <a:p>
            <a:r>
              <a:rPr lang="en-US" altLang="zh-TW" dirty="0"/>
              <a:t>Follow(if-</a:t>
            </a:r>
            <a:r>
              <a:rPr lang="en-US" altLang="zh-TW" dirty="0" err="1"/>
              <a:t>stmt</a:t>
            </a:r>
            <a:r>
              <a:rPr lang="en-US" altLang="zh-TW" dirty="0"/>
              <a:t>)={$ , else}</a:t>
            </a:r>
          </a:p>
          <a:p>
            <a:r>
              <a:rPr lang="en-US" altLang="zh-TW" dirty="0"/>
              <a:t>Follow(else-part)={$, else}</a:t>
            </a:r>
          </a:p>
          <a:p>
            <a:r>
              <a:rPr lang="en-US" altLang="zh-TW" dirty="0"/>
              <a:t>Follow(</a:t>
            </a:r>
            <a:r>
              <a:rPr lang="en-US" altLang="zh-TW" dirty="0" err="1"/>
              <a:t>exp</a:t>
            </a:r>
            <a:r>
              <a:rPr lang="en-US" altLang="zh-TW" dirty="0"/>
              <a:t>)={)}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標題 1">
            <a:extLst>
              <a:ext uri="{FF2B5EF4-FFF2-40B4-BE49-F238E27FC236}">
                <a16:creationId xmlns:a16="http://schemas.microsoft.com/office/drawing/2014/main" id="{9240E606-7795-D379-A5A2-3FDCC27C86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Construct a Predicative Parsing Table </a:t>
            </a:r>
            <a:endParaRPr lang="zh-TW" altLang="en-US">
              <a:ea typeface="新細明體" panose="02020500000000000000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63" name="內容版面配置區 2">
                <a:extLst>
                  <a:ext uri="{FF2B5EF4-FFF2-40B4-BE49-F238E27FC236}">
                    <a16:creationId xmlns:a16="http://schemas.microsoft.com/office/drawing/2014/main" id="{DECB068B-C642-84A5-9484-8A0B6EA3AE0B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 eaLnBrk="1" hangingPunct="1"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1. For each production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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of the grammar, do steps 2 and 3.</a:t>
                </a:r>
              </a:p>
              <a:p>
                <a:pPr algn="just" eaLnBrk="1" hangingPunct="1"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2. For each terminal </a:t>
                </a:r>
                <a14:m>
                  <m:oMath xmlns:m="http://schemas.openxmlformats.org/officeDocument/2006/math">
                    <m:r>
                      <a:rPr lang="en-US" altLang="zh-TW" sz="2000" b="1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𝒂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i="0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First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(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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)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, add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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to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𝑀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[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,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𝑎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]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.</a:t>
                </a:r>
              </a:p>
              <a:p>
                <a:pPr algn="just"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3. If 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𝜆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is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First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(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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)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, add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</m:t>
                    </m:r>
                  </m:oMath>
                </a14:m>
                <a:r>
                  <a:rPr lang="en-US" altLang="zh-TW" dirty="0">
                    <a:ea typeface="新細明體" panose="02020500000000000000" pitchFamily="18" charset="-120"/>
                  </a:rPr>
                  <a:t> to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𝑀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[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,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𝑏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]</m:t>
                    </m:r>
                  </m:oMath>
                </a14:m>
                <a:r>
                  <a:rPr lang="en-US" altLang="zh-TW" dirty="0">
                    <a:ea typeface="新細明體" panose="02020500000000000000" pitchFamily="18" charset="-120"/>
                  </a:rPr>
                  <a:t> for each terminal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𝑏</m:t>
                    </m:r>
                  </m:oMath>
                </a14:m>
                <a:r>
                  <a:rPr lang="en-US" altLang="zh-TW" dirty="0">
                    <a:ea typeface="新細明體" panose="02020500000000000000" pitchFamily="18" charset="-120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i="0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Follow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𝐴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)</m:t>
                    </m:r>
                  </m:oMath>
                </a14:m>
                <a:r>
                  <a:rPr lang="en-US" altLang="zh-TW" dirty="0">
                    <a:ea typeface="新細明體" panose="02020500000000000000" pitchFamily="18" charset="-120"/>
                  </a:rPr>
                  <a:t>. </a:t>
                </a:r>
              </a:p>
              <a:p>
                <a:pPr algn="just"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4. Make each undefined entry of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𝑀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be error. </a:t>
                </a:r>
              </a:p>
              <a:p>
                <a:pPr eaLnBrk="1" hangingPunct="1"/>
                <a:endParaRPr lang="zh-TW" altLang="en-US" sz="2000" dirty="0">
                  <a:ea typeface="新細明體" panose="02020500000000000000" pitchFamily="18" charset="-120"/>
                </a:endParaRPr>
              </a:p>
            </p:txBody>
          </p:sp>
        </mc:Choice>
        <mc:Fallback xmlns="">
          <p:sp>
            <p:nvSpPr>
              <p:cNvPr id="40963" name="內容版面配置區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ECB068B-C642-84A5-9484-8A0B6EA3AE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590" t="-8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64" name="投影片編號版面配置區 3">
            <a:extLst>
              <a:ext uri="{FF2B5EF4-FFF2-40B4-BE49-F238E27FC236}">
                <a16:creationId xmlns:a16="http://schemas.microsoft.com/office/drawing/2014/main" id="{EA79C2DA-2644-CAC8-6BF6-86CA663C3F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fld id="{5210CE12-0833-4176-9E7E-8AE7368F3F99}" type="slidenum">
              <a:rPr lang="en-US" altLang="zh-TW" smtClean="0">
                <a:solidFill>
                  <a:srgbClr val="898989"/>
                </a:solidFill>
              </a:rPr>
              <a:pPr/>
              <a:t>48</a:t>
            </a:fld>
            <a:endParaRPr lang="en-US" altLang="zh-TW">
              <a:solidFill>
                <a:srgbClr val="89898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標題 1">
            <a:extLst>
              <a:ext uri="{FF2B5EF4-FFF2-40B4-BE49-F238E27FC236}">
                <a16:creationId xmlns:a16="http://schemas.microsoft.com/office/drawing/2014/main" id="{DD588597-410A-ACE3-8D37-6489715045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LL(1) grammar 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1987" name="內容版面配置區 2">
            <a:extLst>
              <a:ext uri="{FF2B5EF4-FFF2-40B4-BE49-F238E27FC236}">
                <a16:creationId xmlns:a16="http://schemas.microsoft.com/office/drawing/2014/main" id="{ECC7BE95-7E13-D8B3-EA6A-9B26E00EE2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>
                <a:ea typeface="新細明體" panose="02020500000000000000" pitchFamily="18" charset="-120"/>
              </a:rPr>
              <a:t> A grammar whose parsing table has no multiply-defined entries is said to be LL(1).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sz="2000">
              <a:ea typeface="新細明體" panose="02020500000000000000" pitchFamily="18" charset="-12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>
                <a:ea typeface="新細明體" panose="02020500000000000000" pitchFamily="18" charset="-120"/>
              </a:rPr>
              <a:t>    First 'L'      : scan the input from left to right.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>
                <a:ea typeface="新細明體" panose="02020500000000000000" pitchFamily="18" charset="-120"/>
              </a:rPr>
              <a:t>    Second ‘L’ : produce a leftmost derivation.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>
                <a:ea typeface="新細明體" panose="02020500000000000000" pitchFamily="18" charset="-120"/>
              </a:rPr>
              <a:t>    '1'               : use one input symbol to determine parsing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>
                <a:ea typeface="新細明體" panose="02020500000000000000" pitchFamily="18" charset="-120"/>
              </a:rPr>
              <a:t>                       action.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sz="2000">
              <a:ea typeface="新細明體" panose="02020500000000000000" pitchFamily="18" charset="-12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>
                <a:ea typeface="新細明體" panose="02020500000000000000" pitchFamily="18" charset="-120"/>
              </a:rPr>
              <a:t>    *  No ambiguous or left-recursive grammar can be LL(1). </a:t>
            </a:r>
            <a:endParaRPr lang="zh-TW" altLang="en-US" sz="2000">
              <a:ea typeface="新細明體" panose="02020500000000000000" pitchFamily="18" charset="-120"/>
            </a:endParaRPr>
          </a:p>
        </p:txBody>
      </p:sp>
      <p:sp>
        <p:nvSpPr>
          <p:cNvPr id="41988" name="投影片編號版面配置區 3">
            <a:extLst>
              <a:ext uri="{FF2B5EF4-FFF2-40B4-BE49-F238E27FC236}">
                <a16:creationId xmlns:a16="http://schemas.microsoft.com/office/drawing/2014/main" id="{9E476598-E630-817D-4149-319834B412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fld id="{6F29AF83-0D77-4CF9-9DE5-5D80F8CD0C6A}" type="slidenum">
              <a:rPr lang="en-US" altLang="zh-TW" smtClean="0">
                <a:solidFill>
                  <a:srgbClr val="898989"/>
                </a:solidFill>
              </a:rPr>
              <a:pPr/>
              <a:t>49</a:t>
            </a:fld>
            <a:endParaRPr lang="en-US" altLang="zh-TW">
              <a:solidFill>
                <a:srgbClr val="89898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標題 1">
            <a:extLst>
              <a:ext uri="{FF2B5EF4-FFF2-40B4-BE49-F238E27FC236}">
                <a16:creationId xmlns:a16="http://schemas.microsoft.com/office/drawing/2014/main" id="{F83AC46A-AD55-88C4-28B3-9A5CF2D0D1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Def. for Multiply-defined entry </a:t>
            </a:r>
            <a:endParaRPr lang="zh-TW" altLang="en-US">
              <a:ea typeface="新細明體" panose="02020500000000000000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35" name="內容版面配置區 2">
                <a:extLst>
                  <a:ext uri="{FF2B5EF4-FFF2-40B4-BE49-F238E27FC236}">
                    <a16:creationId xmlns:a16="http://schemas.microsoft.com/office/drawing/2014/main" id="{D729BDB8-02F5-39CA-3C94-CEA5ED4A555B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 If G is left-recursive or ambiguous, then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𝑀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 will have at least one multiply-defined entry.</a:t>
                </a:r>
              </a:p>
              <a:p>
                <a:pPr algn="just"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   e.g. </a:t>
                </a:r>
              </a:p>
              <a:p>
                <a:pPr algn="just"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TW" sz="2000" b="1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𝑺</m:t>
                    </m:r>
                    <m:r>
                      <a:rPr lang="en-US" altLang="zh-TW" sz="2000" b="1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→ </m:t>
                    </m:r>
                    <m:r>
                      <a:rPr lang="en-US" altLang="zh-TW" sz="2000" b="1" i="1" dirty="0" err="1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𝒊𝑪𝒕𝑺𝑺</m:t>
                    </m:r>
                    <m:r>
                      <a:rPr lang="en-US" altLang="zh-TW" sz="2000" b="1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′| </m:t>
                    </m:r>
                    <m:r>
                      <a:rPr lang="en-US" altLang="zh-TW" sz="2000" b="1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𝒂</m:t>
                    </m:r>
                    <m:r>
                      <a:rPr lang="en-US" altLang="zh-TW" sz="2000" b="1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   </m:t>
                    </m:r>
                    <m:r>
                      <a:rPr lang="en-US" altLang="zh-TW" sz="2000" b="1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𝑺</m:t>
                    </m:r>
                    <m:r>
                      <a:rPr lang="en-US" altLang="zh-TW" sz="2000" b="1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′ → </m:t>
                    </m:r>
                    <m:r>
                      <a:rPr lang="en-US" altLang="zh-TW" sz="2000" b="1" i="1" dirty="0" err="1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𝒆𝑺</m:t>
                    </m:r>
                    <m:r>
                      <a:rPr lang="en-US" altLang="zh-TW" sz="2000" b="1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| </m:t>
                    </m:r>
                    <m:r>
                      <a:rPr lang="zh-TW" altLang="en-US" sz="2000" b="1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𝝀</m:t>
                    </m:r>
                    <m:r>
                      <a:rPr lang="en-US" altLang="zh-TW" sz="2000" b="1" i="1" dirty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    </m:t>
                    </m:r>
                    <m:r>
                      <a:rPr lang="en-US" altLang="zh-TW" sz="2000" b="1" i="1" dirty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𝑪</m:t>
                    </m:r>
                    <m:r>
                      <a:rPr lang="en-US" altLang="zh-TW" sz="2000" b="1" i="1" dirty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 → </m:t>
                    </m:r>
                    <m:r>
                      <a:rPr lang="en-US" altLang="zh-TW" sz="2000" b="1" i="1" dirty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𝒃</m:t>
                    </m:r>
                    <m:r>
                      <a:rPr lang="en-US" altLang="zh-TW" sz="2000" b="1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</m:t>
                    </m:r>
                  </m:oMath>
                </a14:m>
                <a:endParaRPr lang="en-US" altLang="zh-TW" sz="2000" b="1" dirty="0">
                  <a:ea typeface="新細明體" panose="02020500000000000000" pitchFamily="18" charset="-120"/>
                </a:endParaRPr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   generates: </a:t>
                </a:r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𝑀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[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𝑆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′,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𝑒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] = { </m:t>
                    </m:r>
                    <m:r>
                      <a:rPr lang="en-US" altLang="zh-TW" sz="2000" i="1" dirty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𝑆</m:t>
                    </m:r>
                    <m:r>
                      <a:rPr lang="en-US" altLang="zh-TW" sz="2000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TW" sz="2000" i="1" dirty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 </m:t>
                    </m:r>
                    <m:r>
                      <a:rPr lang="zh-TW" altLang="en-US" sz="2000" i="1" dirty="0" smtClean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𝜆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, </m:t>
                    </m:r>
                    <m:r>
                      <a:rPr lang="en-US" altLang="zh-TW" sz="2000" i="1" dirty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𝑆</m:t>
                    </m:r>
                    <m:r>
                      <a:rPr lang="en-US" altLang="zh-TW" sz="2000" i="1" dirty="0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′→</m:t>
                    </m:r>
                    <m:r>
                      <a:rPr lang="en-US" altLang="zh-TW" sz="2000" i="1" dirty="0" err="1">
                        <a:solidFill>
                          <a:srgbClr val="CC3300"/>
                        </a:solidFill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𝑒𝑆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} </m:t>
                    </m:r>
                  </m:oMath>
                </a14:m>
                <a:r>
                  <a:rPr lang="en-US" altLang="zh-TW" sz="2000" dirty="0">
                    <a:ea typeface="新細明體" panose="02020500000000000000" pitchFamily="18" charset="-120"/>
                  </a:rPr>
                  <a:t>with multiply- defined entry. </a:t>
                </a:r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en-US" altLang="zh-TW" dirty="0">
                  <a:ea typeface="新細明體" panose="02020500000000000000" pitchFamily="18" charset="-120"/>
                </a:endParaRPr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TW" dirty="0">
                    <a:ea typeface="新細明體" panose="02020500000000000000" pitchFamily="18" charset="-120"/>
                  </a:rPr>
                  <a:t>Start</a:t>
                </a:r>
                <a:r>
                  <a:rPr lang="en-US" altLang="zh-TW" sz="2000" b="1" dirty="0">
                    <a:ea typeface="新細明體" panose="02020500000000000000" pitchFamily="18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b="1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→</m:t>
                    </m:r>
                  </m:oMath>
                </a14:m>
                <a:r>
                  <a:rPr lang="en-US" altLang="zh-TW" dirty="0">
                    <a:ea typeface="新細明體" panose="02020500000000000000" pitchFamily="18" charset="-120"/>
                  </a:rPr>
                  <a:t> S $</a:t>
                </a:r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ea typeface="新細明體" panose="02020500000000000000" pitchFamily="18" charset="-120"/>
                  </a:rPr>
                  <a:t>First(S)={</a:t>
                </a:r>
                <a:r>
                  <a:rPr lang="en-US" altLang="zh-TW" sz="2000" dirty="0" err="1">
                    <a:ea typeface="新細明體" panose="02020500000000000000" pitchFamily="18" charset="-120"/>
                  </a:rPr>
                  <a:t>i</a:t>
                </a:r>
                <a:r>
                  <a:rPr lang="en-US" altLang="zh-TW" sz="2000" dirty="0">
                    <a:ea typeface="新細明體" panose="02020500000000000000" pitchFamily="18" charset="-120"/>
                  </a:rPr>
                  <a:t>, a}, </a:t>
                </a:r>
                <a:r>
                  <a:rPr lang="en-US" altLang="zh-TW" dirty="0">
                    <a:ea typeface="新細明體" panose="02020500000000000000" pitchFamily="18" charset="-120"/>
                  </a:rPr>
                  <a:t>First(S’)={e, </a:t>
                </a:r>
                <a14:m>
                  <m:oMath xmlns:m="http://schemas.openxmlformats.org/officeDocument/2006/math">
                    <m:r>
                      <a:rPr lang="zh-TW" altLang="en-US" sz="2000" b="1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𝝀</m:t>
                    </m:r>
                    <m:r>
                      <a:rPr lang="en-US" altLang="zh-TW" sz="2000" b="1" i="1" dirty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altLang="zh-TW" dirty="0">
                    <a:ea typeface="新細明體" panose="02020500000000000000" pitchFamily="18" charset="-120"/>
                  </a:rPr>
                  <a:t>}, First(C)={b}</a:t>
                </a:r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TW" dirty="0">
                    <a:ea typeface="新細明體" panose="02020500000000000000" pitchFamily="18" charset="-120"/>
                  </a:rPr>
                  <a:t>Follow(S)={$, e}, Follow(S’)={$, e}, Follow(C)={t}</a:t>
                </a:r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zh-TW" altLang="en-US" sz="2000" dirty="0">
                  <a:ea typeface="新細明體" panose="02020500000000000000" pitchFamily="18" charset="-120"/>
                </a:endParaRPr>
              </a:p>
            </p:txBody>
          </p:sp>
        </mc:Choice>
        <mc:Fallback xmlns="">
          <p:sp>
            <p:nvSpPr>
              <p:cNvPr id="44035" name="內容版面配置區 2">
                <a:extLst>
                  <a:ext uri="{FF2B5EF4-FFF2-40B4-BE49-F238E27FC236}">
                    <a16:creationId xmlns:a16="http://schemas.microsoft.com/office/drawing/2014/main" id="{D729BDB8-02F5-39CA-3C94-CEA5ED4A55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0" t="-2735" r="-2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36" name="投影片編號版面配置區 3">
            <a:extLst>
              <a:ext uri="{FF2B5EF4-FFF2-40B4-BE49-F238E27FC236}">
                <a16:creationId xmlns:a16="http://schemas.microsoft.com/office/drawing/2014/main" id="{AFAF8514-EF4D-6000-1EDA-F15FEF04AE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fld id="{7E179644-7FC0-431F-BF04-1EA91FF4D811}" type="slidenum">
              <a:rPr lang="en-US" altLang="zh-TW" smtClean="0">
                <a:solidFill>
                  <a:srgbClr val="898989"/>
                </a:solidFill>
              </a:rPr>
              <a:pPr/>
              <a:t>50</a:t>
            </a:fld>
            <a:endParaRPr lang="en-US" altLang="zh-TW">
              <a:solidFill>
                <a:srgbClr val="89898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投影片編號版面配置區 3">
            <a:extLst>
              <a:ext uri="{FF2B5EF4-FFF2-40B4-BE49-F238E27FC236}">
                <a16:creationId xmlns:a16="http://schemas.microsoft.com/office/drawing/2014/main" id="{C09D3040-099E-BA3F-DB13-EA823A1D9B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fld id="{5BC4F5C9-5327-47F4-B554-EC3AC22361A2}" type="slidenum">
              <a:rPr lang="en-US" altLang="zh-TW" smtClean="0">
                <a:solidFill>
                  <a:srgbClr val="898989"/>
                </a:solidFill>
              </a:rPr>
              <a:pPr/>
              <a:t>51</a:t>
            </a:fld>
            <a:endParaRPr lang="en-US" altLang="zh-TW">
              <a:solidFill>
                <a:srgbClr val="898989"/>
              </a:solidFill>
            </a:endParaRPr>
          </a:p>
        </p:txBody>
      </p:sp>
      <p:sp>
        <p:nvSpPr>
          <p:cNvPr id="45059" name="Rectangle 4">
            <a:extLst>
              <a:ext uri="{FF2B5EF4-FFF2-40B4-BE49-F238E27FC236}">
                <a16:creationId xmlns:a16="http://schemas.microsoft.com/office/drawing/2014/main" id="{D2EEFB85-C555-5DE5-DA31-1DED99E83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981075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>
              <a:defRPr>
                <a:solidFill>
                  <a:schemeClr val="tx1"/>
                </a:solidFill>
                <a:latin typeface="Grandview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randview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randview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randview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randvie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randview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kumimoji="1" lang="en-US" altLang="zh-TW" sz="2400" b="1">
                <a:solidFill>
                  <a:schemeClr val="tx2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 </a:t>
            </a:r>
            <a:r>
              <a:rPr kumimoji="1" lang="en-US" altLang="zh-TW" sz="2800" b="1">
                <a:solidFill>
                  <a:schemeClr val="tx2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Parsing table with multiply-defined entry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5477" name="Group 5">
                <a:extLst>
                  <a:ext uri="{FF2B5EF4-FFF2-40B4-BE49-F238E27FC236}">
                    <a16:creationId xmlns:a16="http://schemas.microsoft.com/office/drawing/2014/main" id="{577EF0A3-2C8B-E1E7-6884-4086291C10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1779062"/>
                  </p:ext>
                </p:extLst>
              </p:nvPr>
            </p:nvGraphicFramePr>
            <p:xfrm>
              <a:off x="2044395" y="2590567"/>
              <a:ext cx="7668000" cy="2960688"/>
            </p:xfrm>
            <a:graphic>
              <a:graphicData uri="http://schemas.openxmlformats.org/drawingml/2006/table">
                <a:tbl>
                  <a:tblPr/>
                  <a:tblGrid>
                    <a:gridCol w="103892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3563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3892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2450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74959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7104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00938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84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kumimoji="1" lang="en-US" altLang="zh-TW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kumimoji="1" lang="en-US" altLang="zh-TW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kumimoji="1" lang="en-US" altLang="zh-TW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kumimoji="1" lang="en-US" altLang="zh-TW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kumimoji="1" lang="en-US" altLang="zh-TW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$</m:t>
                                </m:r>
                              </m:oMath>
                            </m:oMathPara>
                          </a14:m>
                          <a:endParaRPr kumimoji="1" lang="en-US" altLang="zh-TW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77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kumimoji="1" lang="en-US" altLang="zh-TW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𝑆</m:t>
                                </m:r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 </m:t>
                                </m:r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kumimoji="1" lang="en-US" altLang="zh-TW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𝑆</m:t>
                                </m:r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kumimoji="1" lang="en-US" altLang="zh-TW" sz="2400" b="0" i="1" u="none" strike="noStrike" cap="none" normalizeH="0" baseline="0" dirty="0" err="1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𝑖𝐶𝑡𝑆𝑆</m:t>
                                </m:r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kumimoji="1" lang="en-US" altLang="zh-TW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30288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𝑆</m:t>
                                </m:r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’</m:t>
                                </m:r>
                              </m:oMath>
                            </m:oMathPara>
                          </a14:m>
                          <a:endParaRPr kumimoji="1" lang="en-US" altLang="zh-TW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𝑆</m:t>
                                </m:r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’→</m:t>
                                </m:r>
                                <m:r>
                                  <a:rPr kumimoji="1" lang="zh-TW" altLang="en-US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sym typeface="Symbol" panose="05050102010706020507" pitchFamily="18" charset="2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kumimoji="1" lang="en-US" altLang="zh-TW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endParaRP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𝑆</m:t>
                                </m:r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′→</m:t>
                                </m:r>
                                <m:r>
                                  <a:rPr kumimoji="1" lang="en-US" altLang="zh-TW" sz="2400" b="0" i="1" u="none" strike="noStrike" cap="none" normalizeH="0" baseline="0" dirty="0" err="1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𝑒𝑆</m:t>
                                </m:r>
                              </m:oMath>
                            </m:oMathPara>
                          </a14:m>
                          <a:endParaRPr kumimoji="1" lang="en-US" altLang="zh-TW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𝑆</m:t>
                                </m:r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’→</m:t>
                                </m:r>
                                <m:r>
                                  <a:rPr kumimoji="1" lang="zh-TW" altLang="en-US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sym typeface="Symbol" panose="05050102010706020507" pitchFamily="18" charset="2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kumimoji="1" lang="en-US" altLang="zh-TW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  <a:sym typeface="Symbol" panose="05050102010706020507" pitchFamily="18" charset="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985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kumimoji="1" lang="en-US" altLang="zh-TW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𝐶</m:t>
                                </m:r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kumimoji="1" lang="en-US" altLang="zh-TW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kumimoji="1" lang="en-US" altLang="zh-TW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5477" name="Group 5">
                <a:extLst>
                  <a:ext uri="{FF2B5EF4-FFF2-40B4-BE49-F238E27FC236}">
                    <a16:creationId xmlns:a16="http://schemas.microsoft.com/office/drawing/2014/main" id="{577EF0A3-2C8B-E1E7-6884-4086291C10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1779062"/>
                  </p:ext>
                </p:extLst>
              </p:nvPr>
            </p:nvGraphicFramePr>
            <p:xfrm>
              <a:off x="2044395" y="2590567"/>
              <a:ext cx="7668000" cy="2960688"/>
            </p:xfrm>
            <a:graphic>
              <a:graphicData uri="http://schemas.openxmlformats.org/drawingml/2006/table">
                <a:tbl>
                  <a:tblPr/>
                  <a:tblGrid>
                    <a:gridCol w="103892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3563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3892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2450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74959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7104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00938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84200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01765" t="-2083" r="-542353" b="-4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01765" t="-2083" r="-442353" b="-4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35321" t="-2083" r="-244954" b="-4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4704" t="-2083" r="-86063" b="-4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322078" t="-2083" r="-220779" b="-4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659639" t="-2083" r="-2410" b="-4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77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170" t="-91589" r="-638596" b="-270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01765" t="-91589" r="-542353" b="-270093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4704" t="-91589" r="-86063" b="-270093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3028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170" t="-121302" r="-638596" b="-71006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35321" t="-121302" r="-244954" b="-71006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659639" t="-121302" r="-2410" b="-710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985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170" t="-325217" r="-638596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01765" t="-325217" r="-442353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defRPr kumimoji="1"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defRPr kumimoji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80000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65000"/>
                            <a:buFont typeface="Wingdings" panose="05000000000000000000" pitchFamily="2" charset="2"/>
                            <a:defRPr kumimoji="1" sz="16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新細明體" panose="02020500000000000000" pitchFamily="18" charset="-120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75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1" lang="zh-TW" altLang="zh-TW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新細明體" panose="02020500000000000000" pitchFamily="18" charset="-12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11A274A5-3698-FCE1-D1C8-F14D8B96A6F9}"/>
                  </a:ext>
                </a:extLst>
              </p:cNvPr>
              <p:cNvSpPr txBox="1"/>
              <p:nvPr/>
            </p:nvSpPr>
            <p:spPr>
              <a:xfrm>
                <a:off x="5076645" y="5710158"/>
                <a:ext cx="6116128" cy="840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TW" dirty="0">
                    <a:ea typeface="新細明體" panose="02020500000000000000" pitchFamily="18" charset="-120"/>
                  </a:rPr>
                  <a:t>Start</a:t>
                </a:r>
                <a:r>
                  <a:rPr lang="en-US" altLang="zh-TW" sz="1800" b="1" dirty="0">
                    <a:ea typeface="新細明體" panose="02020500000000000000" pitchFamily="18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800" b="1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→</m:t>
                    </m:r>
                  </m:oMath>
                </a14:m>
                <a:r>
                  <a:rPr lang="en-US" altLang="zh-TW" dirty="0">
                    <a:ea typeface="新細明體" panose="02020500000000000000" pitchFamily="18" charset="-120"/>
                  </a:rPr>
                  <a:t> S $</a:t>
                </a:r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1800" dirty="0">
                    <a:ea typeface="新細明體" panose="02020500000000000000" pitchFamily="18" charset="-120"/>
                  </a:rPr>
                  <a:t>First(S)={</a:t>
                </a:r>
                <a:r>
                  <a:rPr lang="en-US" altLang="zh-TW" sz="1800" dirty="0" err="1">
                    <a:ea typeface="新細明體" panose="02020500000000000000" pitchFamily="18" charset="-120"/>
                  </a:rPr>
                  <a:t>i</a:t>
                </a:r>
                <a:r>
                  <a:rPr lang="en-US" altLang="zh-TW" sz="1800" dirty="0">
                    <a:ea typeface="新細明體" panose="02020500000000000000" pitchFamily="18" charset="-120"/>
                  </a:rPr>
                  <a:t>, a}, </a:t>
                </a:r>
                <a:r>
                  <a:rPr lang="en-US" altLang="zh-TW" dirty="0">
                    <a:ea typeface="新細明體" panose="02020500000000000000" pitchFamily="18" charset="-120"/>
                  </a:rPr>
                  <a:t>First(S’)={e, </a:t>
                </a:r>
                <a14:m>
                  <m:oMath xmlns:m="http://schemas.openxmlformats.org/officeDocument/2006/math">
                    <m:r>
                      <a:rPr lang="zh-TW" altLang="en-US" sz="1800" b="1" i="1" dirty="0" smtClean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𝝀</m:t>
                    </m:r>
                    <m:r>
                      <a:rPr lang="en-US" altLang="zh-TW" sz="1800" b="1" i="1" dirty="0">
                        <a:latin typeface="Cambria Math" panose="02040503050406030204" pitchFamily="18" charset="0"/>
                        <a:ea typeface="新細明體" panose="02020500000000000000" pitchFamily="18" charset="-12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altLang="zh-TW" dirty="0">
                    <a:ea typeface="新細明體" panose="02020500000000000000" pitchFamily="18" charset="-120"/>
                  </a:rPr>
                  <a:t>}, First(C)={b}</a:t>
                </a:r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TW" dirty="0">
                    <a:ea typeface="新細明體" panose="02020500000000000000" pitchFamily="18" charset="-120"/>
                  </a:rPr>
                  <a:t>Follow(S)={$, e}, Follow(S’)={$, e}, Follow(C)={t}</a:t>
                </a: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11A274A5-3698-FCE1-D1C8-F14D8B96A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645" y="5710158"/>
                <a:ext cx="6116128" cy="840230"/>
              </a:xfrm>
              <a:prstGeom prst="rect">
                <a:avLst/>
              </a:prstGeom>
              <a:blipFill>
                <a:blip r:embed="rId4"/>
                <a:stretch>
                  <a:fillRect l="-897" t="-7971" b="-108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2392116-1A70-990C-8593-DC03E1AEEE3D}"/>
                  </a:ext>
                </a:extLst>
              </p:cNvPr>
              <p:cNvSpPr txBox="1"/>
              <p:nvPr/>
            </p:nvSpPr>
            <p:spPr>
              <a:xfrm>
                <a:off x="-176841" y="5706109"/>
                <a:ext cx="6116128" cy="3416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1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𝑺</m:t>
                      </m:r>
                      <m:r>
                        <a:rPr lang="en-US" altLang="zh-TW" sz="1800" b="1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→ </m:t>
                      </m:r>
                      <m:r>
                        <a:rPr lang="en-US" altLang="zh-TW" sz="1800" b="1" i="1" dirty="0" err="1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𝒊𝑪𝒕𝑺𝑺</m:t>
                      </m:r>
                      <m:r>
                        <a:rPr lang="en-US" altLang="zh-TW" sz="1800" b="1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′| </m:t>
                      </m:r>
                      <m:r>
                        <a:rPr lang="en-US" altLang="zh-TW" sz="1800" b="1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𝒂</m:t>
                      </m:r>
                      <m:r>
                        <a:rPr lang="en-US" altLang="zh-TW" sz="1800" b="1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   </m:t>
                      </m:r>
                      <m:r>
                        <a:rPr lang="en-US" altLang="zh-TW" sz="1800" b="1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𝑺</m:t>
                      </m:r>
                      <m:r>
                        <a:rPr lang="en-US" altLang="zh-TW" sz="1800" b="1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′ → </m:t>
                      </m:r>
                      <m:r>
                        <a:rPr lang="en-US" altLang="zh-TW" sz="1800" b="1" i="1" dirty="0" err="1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𝒆𝑺</m:t>
                      </m:r>
                      <m:r>
                        <a:rPr lang="en-US" altLang="zh-TW" sz="1800" b="1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| </m:t>
                      </m:r>
                      <m:r>
                        <a:rPr lang="zh-TW" altLang="en-US" sz="1800" b="1" i="1" dirty="0" smtClean="0">
                          <a:latin typeface="Cambria Math" panose="02040503050406030204" pitchFamily="18" charset="0"/>
                          <a:ea typeface="新細明體" panose="02020500000000000000" pitchFamily="18" charset="-120"/>
                          <a:sym typeface="Symbol" panose="05050102010706020507" pitchFamily="18" charset="2"/>
                        </a:rPr>
                        <m:t>𝝀</m:t>
                      </m:r>
                      <m:r>
                        <a:rPr lang="en-US" altLang="zh-TW" sz="1800" b="1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  <a:sym typeface="Symbol" panose="05050102010706020507" pitchFamily="18" charset="2"/>
                        </a:rPr>
                        <m:t>    </m:t>
                      </m:r>
                      <m:r>
                        <a:rPr lang="en-US" altLang="zh-TW" sz="1800" b="1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  <a:sym typeface="Symbol" panose="05050102010706020507" pitchFamily="18" charset="2"/>
                        </a:rPr>
                        <m:t>𝑪</m:t>
                      </m:r>
                      <m:r>
                        <a:rPr lang="en-US" altLang="zh-TW" sz="1800" b="1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  <a:sym typeface="Symbol" panose="05050102010706020507" pitchFamily="18" charset="2"/>
                        </a:rPr>
                        <m:t> → </m:t>
                      </m:r>
                      <m:r>
                        <a:rPr lang="en-US" altLang="zh-TW" sz="1800" b="1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  <a:sym typeface="Symbol" panose="05050102010706020507" pitchFamily="18" charset="2"/>
                        </a:rPr>
                        <m:t>𝒃</m:t>
                      </m:r>
                      <m:r>
                        <a:rPr lang="en-US" altLang="zh-TW" sz="1800" b="1" i="1" dirty="0">
                          <a:latin typeface="Cambria Math" panose="02040503050406030204" pitchFamily="18" charset="0"/>
                          <a:ea typeface="新細明體" panose="02020500000000000000" pitchFamily="18" charset="-120"/>
                        </a:rPr>
                        <m:t> </m:t>
                      </m:r>
                    </m:oMath>
                  </m:oMathPara>
                </a14:m>
                <a:endParaRPr lang="en-US" altLang="zh-TW" sz="1800" b="1" dirty="0">
                  <a:ea typeface="新細明體" panose="02020500000000000000" pitchFamily="18" charset="-12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2392116-1A70-990C-8593-DC03E1AEE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6841" y="5706109"/>
                <a:ext cx="6116128" cy="341632"/>
              </a:xfrm>
              <a:prstGeom prst="rect">
                <a:avLst/>
              </a:prstGeom>
              <a:blipFill>
                <a:blip r:embed="rId5"/>
                <a:stretch>
                  <a:fillRect b="-1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13644</TotalTime>
  <Words>2932</Words>
  <Application>Microsoft Office PowerPoint</Application>
  <PresentationFormat>寬螢幕</PresentationFormat>
  <Paragraphs>359</Paragraphs>
  <Slides>51</Slides>
  <Notes>2</Notes>
  <HiddenSlides>0</HiddenSlides>
  <MMClips>0</MMClips>
  <ScaleCrop>false</ScaleCrop>
  <HeadingPairs>
    <vt:vector size="8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51</vt:i4>
      </vt:variant>
    </vt:vector>
  </HeadingPairs>
  <TitlesOfParts>
    <vt:vector size="61" baseType="lpstr">
      <vt:lpstr>微軟正黑體</vt:lpstr>
      <vt:lpstr>新細明體</vt:lpstr>
      <vt:lpstr>Arial</vt:lpstr>
      <vt:lpstr>Calibri</vt:lpstr>
      <vt:lpstr>Cambria Math</vt:lpstr>
      <vt:lpstr>Grandview</vt:lpstr>
      <vt:lpstr>Times New Roman</vt:lpstr>
      <vt:lpstr>Wingdings</vt:lpstr>
      <vt:lpstr>CosineVTI</vt:lpstr>
      <vt:lpstr>點陣圖影像</vt:lpstr>
      <vt:lpstr>Chapter 5: Top-Down Parsing</vt:lpstr>
      <vt:lpstr>Objectives of Top-Down Parsing</vt:lpstr>
      <vt:lpstr>Objectives of Top-Down Parsing</vt:lpstr>
      <vt:lpstr>The Basic Method of Recursive-Descent</vt:lpstr>
      <vt:lpstr>Using EBNF</vt:lpstr>
      <vt:lpstr>Syntax Tree</vt:lpstr>
      <vt:lpstr>Syntax Tree</vt:lpstr>
      <vt:lpstr>Approaches of Top-Down Parsing</vt:lpstr>
      <vt:lpstr>Problems for top-down parsing with backtracking</vt:lpstr>
      <vt:lpstr>PowerPoint 簡報</vt:lpstr>
      <vt:lpstr>Problems for top-down parsing with backtracking</vt:lpstr>
      <vt:lpstr>The LL(1) Predict Function</vt:lpstr>
      <vt:lpstr>The LL(1) Predict Function</vt:lpstr>
      <vt:lpstr>PowerPoint 簡報</vt:lpstr>
      <vt:lpstr>The LL(1) Predict Function</vt:lpstr>
      <vt:lpstr>First set</vt:lpstr>
      <vt:lpstr>An Example</vt:lpstr>
      <vt:lpstr>PowerPoint 簡報</vt:lpstr>
      <vt:lpstr>Follow set</vt:lpstr>
      <vt:lpstr>An Example</vt:lpstr>
      <vt:lpstr>The LL(1) Predict Function</vt:lpstr>
      <vt:lpstr>PowerPoint 簡報</vt:lpstr>
      <vt:lpstr>The LL(1) Parse Table</vt:lpstr>
      <vt:lpstr>PowerPoint 簡報</vt:lpstr>
      <vt:lpstr>PowerPoint 簡報</vt:lpstr>
      <vt:lpstr>Building Recursive Descent Parsers from LL(1) Tables</vt:lpstr>
      <vt:lpstr>Building Recursive Descent Parsers from LL(1) Tables</vt:lpstr>
      <vt:lpstr>Building Recursive Descent Parsers from LL(1) Tables</vt:lpstr>
      <vt:lpstr>Building Recursive Descent Parsers from LL(1) Tables</vt:lpstr>
      <vt:lpstr>PowerPoint 簡報</vt:lpstr>
      <vt:lpstr>LL(1) Parsing</vt:lpstr>
      <vt:lpstr>Elimination of Left Recursion</vt:lpstr>
      <vt:lpstr>Elimination of Left Recursion</vt:lpstr>
      <vt:lpstr>Elimination of Immediate Left Recursion</vt:lpstr>
      <vt:lpstr>PowerPoint 簡報</vt:lpstr>
      <vt:lpstr>How about left recursion occurred for derivation with more than two steps? </vt:lpstr>
      <vt:lpstr>Algorithm:  Eliminating left recursion  </vt:lpstr>
      <vt:lpstr>An Example</vt:lpstr>
      <vt:lpstr>Non-backtracking (recursive-descent) parsing </vt:lpstr>
      <vt:lpstr>Predicative Parsing </vt:lpstr>
      <vt:lpstr>PowerPoint 簡報</vt:lpstr>
      <vt:lpstr>Parsing Table</vt:lpstr>
      <vt:lpstr>Algorithm: </vt:lpstr>
      <vt:lpstr>PowerPoint 簡報</vt:lpstr>
      <vt:lpstr>PowerPoint 簡報</vt:lpstr>
      <vt:lpstr>PowerPoint 簡報</vt:lpstr>
      <vt:lpstr>PowerPoint 簡報</vt:lpstr>
      <vt:lpstr>Construct a Predicative Parsing Table </vt:lpstr>
      <vt:lpstr>LL(1) grammar </vt:lpstr>
      <vt:lpstr>Def. for Multiply-defined entry </vt:lpstr>
      <vt:lpstr>PowerPoint 簡報</vt:lpstr>
    </vt:vector>
  </TitlesOfParts>
  <Company>NCKU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 Construction 編譯系統</dc:title>
  <dc:creator>陳奇業</dc:creator>
  <cp:lastModifiedBy>陳奇業 Chen, Chi-Yeh</cp:lastModifiedBy>
  <cp:revision>103</cp:revision>
  <dcterms:created xsi:type="dcterms:W3CDTF">2022-10-08T08:58:42Z</dcterms:created>
  <dcterms:modified xsi:type="dcterms:W3CDTF">2025-04-18T05:08:52Z</dcterms:modified>
</cp:coreProperties>
</file>